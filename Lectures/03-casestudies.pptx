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8"/>
  </p:notesMasterIdLst>
  <p:sldIdLst>
    <p:sldId id="256" r:id="rId2"/>
    <p:sldId id="281" r:id="rId3"/>
    <p:sldId id="307" r:id="rId4"/>
    <p:sldId id="261" r:id="rId5"/>
    <p:sldId id="308" r:id="rId6"/>
    <p:sldId id="309" r:id="rId7"/>
    <p:sldId id="297" r:id="rId8"/>
    <p:sldId id="295" r:id="rId9"/>
    <p:sldId id="296" r:id="rId10"/>
    <p:sldId id="299" r:id="rId11"/>
    <p:sldId id="305" r:id="rId12"/>
    <p:sldId id="300" r:id="rId13"/>
    <p:sldId id="301" r:id="rId14"/>
    <p:sldId id="302" r:id="rId15"/>
    <p:sldId id="310" r:id="rId16"/>
    <p:sldId id="311" r:id="rId1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0" roundtripDataSignature="AMtx7mjFyVUGRZWio+dc9dxzYsimUxNJbg=="/>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Kit Rodolfa" initials="KR" lastIdx="1" clrIdx="0">
    <p:extLst>
      <p:ext uri="{19B8F6BF-5375-455C-9EA6-DF929625EA0E}">
        <p15:presenceInfo xmlns:p15="http://schemas.microsoft.com/office/powerpoint/2012/main" userId="S::krodolfa@andrew.cmu.edu::9d066992-0cd4-427a-9bae-b10becdf499b"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279"/>
    <p:restoredTop sz="93082"/>
  </p:normalViewPr>
  <p:slideViewPr>
    <p:cSldViewPr snapToGrid="0" snapToObjects="1">
      <p:cViewPr varScale="1">
        <p:scale>
          <a:sx n="114" d="100"/>
          <a:sy n="114" d="100"/>
        </p:scale>
        <p:origin x="184" y="2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31"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30" Type="http://customschemas.google.com/relationships/presentationmetadata" Target="metadata"/><Relationship Id="rId35"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9FB0F4E-6967-3B44-A32F-E8B1C7AE98D5}" type="doc">
      <dgm:prSet loTypeId="urn:microsoft.com/office/officeart/2005/8/layout/process5" loCatId="" qsTypeId="urn:microsoft.com/office/officeart/2005/8/quickstyle/simple1#4" qsCatId="simple" csTypeId="urn:microsoft.com/office/officeart/2005/8/colors/colorful1#4" csCatId="colorful" phldr="1"/>
      <dgm:spPr/>
      <dgm:t>
        <a:bodyPr/>
        <a:lstStyle/>
        <a:p>
          <a:endParaRPr lang="en-US"/>
        </a:p>
      </dgm:t>
    </dgm:pt>
    <dgm:pt modelId="{75350DEC-25F7-F240-A4BF-3A92E80C52F5}">
      <dgm:prSet phldrT="[Text]"/>
      <dgm:spPr>
        <a:solidFill>
          <a:schemeClr val="tx1">
            <a:lumMod val="65000"/>
            <a:lumOff val="35000"/>
          </a:schemeClr>
        </a:solidFill>
      </dgm:spPr>
      <dgm:t>
        <a:bodyPr/>
        <a:lstStyle/>
        <a:p>
          <a:r>
            <a:rPr lang="en-US" dirty="0"/>
            <a:t>Scope</a:t>
          </a:r>
        </a:p>
      </dgm:t>
    </dgm:pt>
    <dgm:pt modelId="{965794C1-5767-E94D-8105-ED104B4D33E2}" type="parTrans" cxnId="{81D07A23-EA35-C94F-81FA-E72150079877}">
      <dgm:prSet/>
      <dgm:spPr/>
      <dgm:t>
        <a:bodyPr/>
        <a:lstStyle/>
        <a:p>
          <a:endParaRPr lang="en-US"/>
        </a:p>
      </dgm:t>
    </dgm:pt>
    <dgm:pt modelId="{BAC284C6-3986-1C48-93AC-8FEBC662ECEE}" type="sibTrans" cxnId="{81D07A23-EA35-C94F-81FA-E72150079877}">
      <dgm:prSet/>
      <dgm:spPr>
        <a:solidFill>
          <a:schemeClr val="bg2"/>
        </a:solidFill>
      </dgm:spPr>
      <dgm:t>
        <a:bodyPr/>
        <a:lstStyle/>
        <a:p>
          <a:endParaRPr lang="en-US"/>
        </a:p>
      </dgm:t>
    </dgm:pt>
    <dgm:pt modelId="{4F2509E8-87E6-2347-B926-EB9BDDECA6FD}">
      <dgm:prSet phldrT="[Text]"/>
      <dgm:spPr/>
      <dgm:t>
        <a:bodyPr/>
        <a:lstStyle/>
        <a:p>
          <a:r>
            <a:rPr lang="en-US" dirty="0"/>
            <a:t>Data</a:t>
          </a:r>
        </a:p>
      </dgm:t>
    </dgm:pt>
    <dgm:pt modelId="{B4B1EEE1-8225-A643-B681-A7F3FC14ECAD}" type="parTrans" cxnId="{9BF83777-08E0-6140-9D35-BF7D8AF8A067}">
      <dgm:prSet/>
      <dgm:spPr/>
      <dgm:t>
        <a:bodyPr/>
        <a:lstStyle/>
        <a:p>
          <a:endParaRPr lang="en-US"/>
        </a:p>
      </dgm:t>
    </dgm:pt>
    <dgm:pt modelId="{748D4455-259E-4245-ADD2-8DDAC2A60773}" type="sibTrans" cxnId="{9BF83777-08E0-6140-9D35-BF7D8AF8A067}">
      <dgm:prSet/>
      <dgm:spPr/>
      <dgm:t>
        <a:bodyPr/>
        <a:lstStyle/>
        <a:p>
          <a:endParaRPr lang="en-US"/>
        </a:p>
      </dgm:t>
    </dgm:pt>
    <dgm:pt modelId="{7B079A50-DF5E-0A4C-9491-2FBAFC0F785B}">
      <dgm:prSet phldrT="[Text]"/>
      <dgm:spPr>
        <a:solidFill>
          <a:schemeClr val="accent6">
            <a:lumMod val="50000"/>
          </a:schemeClr>
        </a:solidFill>
      </dgm:spPr>
      <dgm:t>
        <a:bodyPr/>
        <a:lstStyle/>
        <a:p>
          <a:r>
            <a:rPr lang="en-US" dirty="0"/>
            <a:t>Exploration</a:t>
          </a:r>
        </a:p>
      </dgm:t>
    </dgm:pt>
    <dgm:pt modelId="{BA902E5D-518F-0749-86BA-04AA510BA959}" type="parTrans" cxnId="{A454DBA0-21A9-3941-9DF2-4DD870F537A3}">
      <dgm:prSet/>
      <dgm:spPr/>
      <dgm:t>
        <a:bodyPr/>
        <a:lstStyle/>
        <a:p>
          <a:endParaRPr lang="en-US"/>
        </a:p>
      </dgm:t>
    </dgm:pt>
    <dgm:pt modelId="{00735B98-C924-5743-B429-DBBBDEA50165}" type="sibTrans" cxnId="{A454DBA0-21A9-3941-9DF2-4DD870F537A3}">
      <dgm:prSet/>
      <dgm:spPr>
        <a:solidFill>
          <a:schemeClr val="accent6">
            <a:lumMod val="50000"/>
          </a:schemeClr>
        </a:solidFill>
      </dgm:spPr>
      <dgm:t>
        <a:bodyPr/>
        <a:lstStyle/>
        <a:p>
          <a:endParaRPr lang="en-US"/>
        </a:p>
      </dgm:t>
    </dgm:pt>
    <dgm:pt modelId="{EB4866D8-1266-8945-89C4-F4CD4F9D8A6F}">
      <dgm:prSet phldrT="[Text]"/>
      <dgm:spPr/>
      <dgm:t>
        <a:bodyPr/>
        <a:lstStyle/>
        <a:p>
          <a:r>
            <a:rPr lang="en-US" dirty="0"/>
            <a:t>Modeling</a:t>
          </a:r>
        </a:p>
      </dgm:t>
    </dgm:pt>
    <dgm:pt modelId="{4276625C-E1F0-F840-90D6-CE76DDBB799C}" type="parTrans" cxnId="{A1CEA2E5-F1DD-EF48-A85B-4A04D4565509}">
      <dgm:prSet/>
      <dgm:spPr/>
      <dgm:t>
        <a:bodyPr/>
        <a:lstStyle/>
        <a:p>
          <a:endParaRPr lang="en-US"/>
        </a:p>
      </dgm:t>
    </dgm:pt>
    <dgm:pt modelId="{206E47A8-99B6-484A-AD35-04DCB9238B9B}" type="sibTrans" cxnId="{A1CEA2E5-F1DD-EF48-A85B-4A04D4565509}">
      <dgm:prSet/>
      <dgm:spPr/>
      <dgm:t>
        <a:bodyPr/>
        <a:lstStyle/>
        <a:p>
          <a:endParaRPr lang="en-US"/>
        </a:p>
      </dgm:t>
    </dgm:pt>
    <dgm:pt modelId="{F9BD6EF9-8382-F144-B9CD-FB838C6C03F9}">
      <dgm:prSet phldrT="[Text]"/>
      <dgm:spPr/>
      <dgm:t>
        <a:bodyPr/>
        <a:lstStyle/>
        <a:p>
          <a:r>
            <a:rPr lang="en-US" dirty="0"/>
            <a:t>Get Data</a:t>
          </a:r>
        </a:p>
      </dgm:t>
    </dgm:pt>
    <dgm:pt modelId="{137D12B5-70FE-6847-BD89-CA99FC0D41AD}" type="parTrans" cxnId="{890194DD-304B-C447-9AF3-AFAE634C6D43}">
      <dgm:prSet/>
      <dgm:spPr/>
      <dgm:t>
        <a:bodyPr/>
        <a:lstStyle/>
        <a:p>
          <a:endParaRPr lang="en-US"/>
        </a:p>
      </dgm:t>
    </dgm:pt>
    <dgm:pt modelId="{49EC0DFE-61E7-374D-A1BD-7617E9E9166B}" type="sibTrans" cxnId="{890194DD-304B-C447-9AF3-AFAE634C6D43}">
      <dgm:prSet/>
      <dgm:spPr/>
      <dgm:t>
        <a:bodyPr/>
        <a:lstStyle/>
        <a:p>
          <a:endParaRPr lang="en-US"/>
        </a:p>
      </dgm:t>
    </dgm:pt>
    <dgm:pt modelId="{C8AF58C4-450C-0C4C-83CB-1474D3ADA25F}">
      <dgm:prSet phldrT="[Text]"/>
      <dgm:spPr/>
      <dgm:t>
        <a:bodyPr/>
        <a:lstStyle/>
        <a:p>
          <a:r>
            <a:rPr lang="en-US" dirty="0"/>
            <a:t>Store Data</a:t>
          </a:r>
        </a:p>
      </dgm:t>
    </dgm:pt>
    <dgm:pt modelId="{DEBC2A1C-65D7-5E43-945C-60BBA4631011}" type="parTrans" cxnId="{43B9E771-FA74-B642-9EED-7FE4A7CDF11A}">
      <dgm:prSet/>
      <dgm:spPr/>
      <dgm:t>
        <a:bodyPr/>
        <a:lstStyle/>
        <a:p>
          <a:endParaRPr lang="en-US"/>
        </a:p>
      </dgm:t>
    </dgm:pt>
    <dgm:pt modelId="{51773514-44C5-134E-A69D-D30DCA75AB37}" type="sibTrans" cxnId="{43B9E771-FA74-B642-9EED-7FE4A7CDF11A}">
      <dgm:prSet/>
      <dgm:spPr/>
      <dgm:t>
        <a:bodyPr/>
        <a:lstStyle/>
        <a:p>
          <a:endParaRPr lang="en-US"/>
        </a:p>
      </dgm:t>
    </dgm:pt>
    <dgm:pt modelId="{761579F4-10DF-F244-9532-25DEF4807D83}">
      <dgm:prSet phldrT="[Text]"/>
      <dgm:spPr/>
      <dgm:t>
        <a:bodyPr/>
        <a:lstStyle/>
        <a:p>
          <a:r>
            <a:rPr lang="en-US" dirty="0"/>
            <a:t>Link Data</a:t>
          </a:r>
        </a:p>
      </dgm:t>
    </dgm:pt>
    <dgm:pt modelId="{4C55FAFB-140B-EA49-9492-2DC8E373D8C0}" type="parTrans" cxnId="{445B7ADC-F7C5-5046-9BEE-3618E0EEE919}">
      <dgm:prSet/>
      <dgm:spPr/>
      <dgm:t>
        <a:bodyPr/>
        <a:lstStyle/>
        <a:p>
          <a:endParaRPr lang="en-US"/>
        </a:p>
      </dgm:t>
    </dgm:pt>
    <dgm:pt modelId="{3543ED0F-366F-8D44-8E9F-A843D81464D5}" type="sibTrans" cxnId="{445B7ADC-F7C5-5046-9BEE-3618E0EEE919}">
      <dgm:prSet/>
      <dgm:spPr/>
      <dgm:t>
        <a:bodyPr/>
        <a:lstStyle/>
        <a:p>
          <a:endParaRPr lang="en-US"/>
        </a:p>
      </dgm:t>
    </dgm:pt>
    <dgm:pt modelId="{5FE83F24-F694-6A4B-99C0-78300CB546E1}">
      <dgm:prSet phldrT="[Text]"/>
      <dgm:spPr/>
      <dgm:t>
        <a:bodyPr/>
        <a:lstStyle/>
        <a:p>
          <a:r>
            <a:rPr lang="en-US" dirty="0"/>
            <a:t>Rows</a:t>
          </a:r>
        </a:p>
      </dgm:t>
    </dgm:pt>
    <dgm:pt modelId="{E15C2973-AC33-0145-8745-682DFB76DED0}" type="parTrans" cxnId="{ED970163-ECEE-D849-9B40-616074ECBD3F}">
      <dgm:prSet/>
      <dgm:spPr/>
      <dgm:t>
        <a:bodyPr/>
        <a:lstStyle/>
        <a:p>
          <a:endParaRPr lang="en-US"/>
        </a:p>
      </dgm:t>
    </dgm:pt>
    <dgm:pt modelId="{A1EBC4F8-774A-B045-880A-03E7D798D46B}" type="sibTrans" cxnId="{ED970163-ECEE-D849-9B40-616074ECBD3F}">
      <dgm:prSet/>
      <dgm:spPr/>
      <dgm:t>
        <a:bodyPr/>
        <a:lstStyle/>
        <a:p>
          <a:endParaRPr lang="en-US"/>
        </a:p>
      </dgm:t>
    </dgm:pt>
    <dgm:pt modelId="{471C43CE-832D-774D-BB7A-57512EFB5879}">
      <dgm:prSet phldrT="[Text]"/>
      <dgm:spPr/>
      <dgm:t>
        <a:bodyPr/>
        <a:lstStyle/>
        <a:p>
          <a:r>
            <a:rPr lang="en-US" dirty="0"/>
            <a:t>Features</a:t>
          </a:r>
        </a:p>
      </dgm:t>
    </dgm:pt>
    <dgm:pt modelId="{C2B9F4EE-A410-1B4C-9D53-DB22DB03D31F}" type="parTrans" cxnId="{E7042CE6-A233-CB47-A6F5-D0D71F329C45}">
      <dgm:prSet/>
      <dgm:spPr/>
      <dgm:t>
        <a:bodyPr/>
        <a:lstStyle/>
        <a:p>
          <a:endParaRPr lang="en-US"/>
        </a:p>
      </dgm:t>
    </dgm:pt>
    <dgm:pt modelId="{DE50C641-CD08-A846-B7EB-02241BA70688}" type="sibTrans" cxnId="{E7042CE6-A233-CB47-A6F5-D0D71F329C45}">
      <dgm:prSet/>
      <dgm:spPr/>
      <dgm:t>
        <a:bodyPr/>
        <a:lstStyle/>
        <a:p>
          <a:endParaRPr lang="en-US"/>
        </a:p>
      </dgm:t>
    </dgm:pt>
    <dgm:pt modelId="{6E882DEC-3034-E942-B5AA-2835D77DD5C8}">
      <dgm:prSet phldrT="[Text]"/>
      <dgm:spPr/>
      <dgm:t>
        <a:bodyPr/>
        <a:lstStyle/>
        <a:p>
          <a:r>
            <a:rPr lang="en-US" dirty="0"/>
            <a:t>Labels</a:t>
          </a:r>
        </a:p>
      </dgm:t>
    </dgm:pt>
    <dgm:pt modelId="{11E32BAA-4A06-9844-B381-3F8D7D686934}" type="parTrans" cxnId="{9A8098B2-9CE9-D942-9547-38EF361DD3D4}">
      <dgm:prSet/>
      <dgm:spPr/>
      <dgm:t>
        <a:bodyPr/>
        <a:lstStyle/>
        <a:p>
          <a:endParaRPr lang="en-US"/>
        </a:p>
      </dgm:t>
    </dgm:pt>
    <dgm:pt modelId="{DE8B183B-7E7F-5749-9A67-A6C365A09A85}" type="sibTrans" cxnId="{9A8098B2-9CE9-D942-9547-38EF361DD3D4}">
      <dgm:prSet/>
      <dgm:spPr/>
      <dgm:t>
        <a:bodyPr/>
        <a:lstStyle/>
        <a:p>
          <a:endParaRPr lang="en-US"/>
        </a:p>
      </dgm:t>
    </dgm:pt>
    <dgm:pt modelId="{AE199458-77CF-8440-8970-F024006EA226}">
      <dgm:prSet phldrT="[Text]"/>
      <dgm:spPr>
        <a:solidFill>
          <a:srgbClr val="00B0F0"/>
        </a:solidFill>
      </dgm:spPr>
      <dgm:t>
        <a:bodyPr/>
        <a:lstStyle/>
        <a:p>
          <a:r>
            <a:rPr lang="en-US" dirty="0"/>
            <a:t>Model Selection</a:t>
          </a:r>
        </a:p>
      </dgm:t>
    </dgm:pt>
    <dgm:pt modelId="{8FD87771-F4E1-DC47-B38A-8EDD08A5C725}" type="parTrans" cxnId="{8497B9D0-5691-E848-8EE3-C51BC656F8B1}">
      <dgm:prSet/>
      <dgm:spPr/>
      <dgm:t>
        <a:bodyPr/>
        <a:lstStyle/>
        <a:p>
          <a:endParaRPr lang="en-US"/>
        </a:p>
      </dgm:t>
    </dgm:pt>
    <dgm:pt modelId="{89DBDFDC-5EB5-0B49-A8D0-DB22ECB982AF}" type="sibTrans" cxnId="{8497B9D0-5691-E848-8EE3-C51BC656F8B1}">
      <dgm:prSet/>
      <dgm:spPr>
        <a:solidFill>
          <a:srgbClr val="00B0F0"/>
        </a:solidFill>
      </dgm:spPr>
      <dgm:t>
        <a:bodyPr/>
        <a:lstStyle/>
        <a:p>
          <a:endParaRPr lang="en-US"/>
        </a:p>
      </dgm:t>
    </dgm:pt>
    <dgm:pt modelId="{86AA592B-D489-5D4D-93FE-79A538493DA3}">
      <dgm:prSet phldrT="[Text]"/>
      <dgm:spPr>
        <a:solidFill>
          <a:srgbClr val="00B0F0"/>
        </a:solidFill>
      </dgm:spPr>
      <dgm:t>
        <a:bodyPr/>
        <a:lstStyle/>
        <a:p>
          <a:r>
            <a:rPr lang="en-US" dirty="0"/>
            <a:t>Train-Test Splits</a:t>
          </a:r>
        </a:p>
      </dgm:t>
    </dgm:pt>
    <dgm:pt modelId="{06E1BE15-F8C7-9C4D-A90E-557728BBB1D3}" type="parTrans" cxnId="{09F5B15E-E1AD-2E4A-AFF2-C91E75C311A9}">
      <dgm:prSet/>
      <dgm:spPr/>
      <dgm:t>
        <a:bodyPr/>
        <a:lstStyle/>
        <a:p>
          <a:endParaRPr lang="en-US"/>
        </a:p>
      </dgm:t>
    </dgm:pt>
    <dgm:pt modelId="{9EB8E24C-CDF4-7B49-8A25-38E38E64AA9F}" type="sibTrans" cxnId="{09F5B15E-E1AD-2E4A-AFF2-C91E75C311A9}">
      <dgm:prSet/>
      <dgm:spPr/>
      <dgm:t>
        <a:bodyPr/>
        <a:lstStyle/>
        <a:p>
          <a:endParaRPr lang="en-US"/>
        </a:p>
      </dgm:t>
    </dgm:pt>
    <dgm:pt modelId="{69F25C00-F7E1-8B47-8544-B81240B6C7F2}">
      <dgm:prSet phldrT="[Text]"/>
      <dgm:spPr>
        <a:solidFill>
          <a:srgbClr val="00B0F0"/>
        </a:solidFill>
      </dgm:spPr>
      <dgm:t>
        <a:bodyPr/>
        <a:lstStyle/>
        <a:p>
          <a:r>
            <a:rPr lang="en-US" dirty="0"/>
            <a:t>Performance Metrics</a:t>
          </a:r>
        </a:p>
      </dgm:t>
    </dgm:pt>
    <dgm:pt modelId="{258EB4FC-8DB3-204B-AE19-757E57DBF8E2}" type="parTrans" cxnId="{FC1AC939-5A01-D84B-8800-0E045D0F93C8}">
      <dgm:prSet/>
      <dgm:spPr/>
      <dgm:t>
        <a:bodyPr/>
        <a:lstStyle/>
        <a:p>
          <a:endParaRPr lang="en-US"/>
        </a:p>
      </dgm:t>
    </dgm:pt>
    <dgm:pt modelId="{2C4AF3F2-4BEF-1E41-A9DC-C2CCA7D68218}" type="sibTrans" cxnId="{FC1AC939-5A01-D84B-8800-0E045D0F93C8}">
      <dgm:prSet/>
      <dgm:spPr/>
      <dgm:t>
        <a:bodyPr/>
        <a:lstStyle/>
        <a:p>
          <a:endParaRPr lang="en-US"/>
        </a:p>
      </dgm:t>
    </dgm:pt>
    <dgm:pt modelId="{882FED25-8C48-F941-A0FE-6B2DFF5CD464}">
      <dgm:prSet phldrT="[Text]"/>
      <dgm:spPr>
        <a:solidFill>
          <a:schemeClr val="tx1">
            <a:lumMod val="65000"/>
            <a:lumOff val="35000"/>
          </a:schemeClr>
        </a:solidFill>
      </dgm:spPr>
      <dgm:t>
        <a:bodyPr/>
        <a:lstStyle/>
        <a:p>
          <a:r>
            <a:rPr lang="en-US" dirty="0"/>
            <a:t>Model Interpretation</a:t>
          </a:r>
        </a:p>
      </dgm:t>
    </dgm:pt>
    <dgm:pt modelId="{B419AD8C-EBD7-5443-9C93-E4B849DE07B6}" type="parTrans" cxnId="{467F9BED-D392-3940-B061-1699282DB62A}">
      <dgm:prSet/>
      <dgm:spPr/>
      <dgm:t>
        <a:bodyPr/>
        <a:lstStyle/>
        <a:p>
          <a:endParaRPr lang="en-US"/>
        </a:p>
      </dgm:t>
    </dgm:pt>
    <dgm:pt modelId="{030A6B87-CA32-C340-A552-365F7A05C57F}" type="sibTrans" cxnId="{467F9BED-D392-3940-B061-1699282DB62A}">
      <dgm:prSet/>
      <dgm:spPr>
        <a:solidFill>
          <a:schemeClr val="bg2"/>
        </a:solidFill>
      </dgm:spPr>
      <dgm:t>
        <a:bodyPr/>
        <a:lstStyle/>
        <a:p>
          <a:endParaRPr lang="en-US"/>
        </a:p>
      </dgm:t>
    </dgm:pt>
    <dgm:pt modelId="{60FEA49A-52E5-FB49-B9D7-919B8E8D64F4}">
      <dgm:prSet/>
      <dgm:spPr>
        <a:solidFill>
          <a:schemeClr val="accent6">
            <a:lumMod val="50000"/>
          </a:schemeClr>
        </a:solidFill>
      </dgm:spPr>
      <dgm:t>
        <a:bodyPr/>
        <a:lstStyle/>
        <a:p>
          <a:r>
            <a:rPr lang="en-US" dirty="0"/>
            <a:t>Entities</a:t>
          </a:r>
        </a:p>
      </dgm:t>
    </dgm:pt>
    <dgm:pt modelId="{7E8F7D45-586B-A641-B509-72E0E3DB9800}" type="parTrans" cxnId="{B650C331-3E4A-9142-9766-ADC1499BB1FB}">
      <dgm:prSet/>
      <dgm:spPr/>
      <dgm:t>
        <a:bodyPr/>
        <a:lstStyle/>
        <a:p>
          <a:endParaRPr lang="en-US"/>
        </a:p>
      </dgm:t>
    </dgm:pt>
    <dgm:pt modelId="{E893C522-81CE-8546-BA58-AAD1F1CCD417}" type="sibTrans" cxnId="{B650C331-3E4A-9142-9766-ADC1499BB1FB}">
      <dgm:prSet/>
      <dgm:spPr/>
      <dgm:t>
        <a:bodyPr/>
        <a:lstStyle/>
        <a:p>
          <a:endParaRPr lang="en-US"/>
        </a:p>
      </dgm:t>
    </dgm:pt>
    <dgm:pt modelId="{8933D80B-03CB-154C-805F-13221DB1B822}">
      <dgm:prSet/>
      <dgm:spPr>
        <a:solidFill>
          <a:schemeClr val="accent6">
            <a:lumMod val="50000"/>
          </a:schemeClr>
        </a:solidFill>
      </dgm:spPr>
      <dgm:t>
        <a:bodyPr/>
        <a:lstStyle/>
        <a:p>
          <a:r>
            <a:rPr lang="en-US" dirty="0"/>
            <a:t>temporal</a:t>
          </a:r>
        </a:p>
      </dgm:t>
    </dgm:pt>
    <dgm:pt modelId="{05F6BE08-6836-6D4D-951F-A258F2E08662}" type="parTrans" cxnId="{01877F06-0601-234E-B04A-2AADE4C2D154}">
      <dgm:prSet/>
      <dgm:spPr/>
      <dgm:t>
        <a:bodyPr/>
        <a:lstStyle/>
        <a:p>
          <a:endParaRPr lang="en-US"/>
        </a:p>
      </dgm:t>
    </dgm:pt>
    <dgm:pt modelId="{59F6EB62-364A-E44D-A61C-CEA12AA8589C}" type="sibTrans" cxnId="{01877F06-0601-234E-B04A-2AADE4C2D154}">
      <dgm:prSet/>
      <dgm:spPr/>
      <dgm:t>
        <a:bodyPr/>
        <a:lstStyle/>
        <a:p>
          <a:endParaRPr lang="en-US"/>
        </a:p>
      </dgm:t>
    </dgm:pt>
    <dgm:pt modelId="{B1557D1B-A1F8-FC4B-B50D-EA46AEAC83E2}">
      <dgm:prSet/>
      <dgm:spPr>
        <a:solidFill>
          <a:schemeClr val="accent6">
            <a:lumMod val="50000"/>
          </a:schemeClr>
        </a:solidFill>
      </dgm:spPr>
      <dgm:t>
        <a:bodyPr/>
        <a:lstStyle/>
        <a:p>
          <a:r>
            <a:rPr lang="en-US" dirty="0"/>
            <a:t>Spatial</a:t>
          </a:r>
        </a:p>
      </dgm:t>
    </dgm:pt>
    <dgm:pt modelId="{301BEF8E-62FD-F942-ABEC-722E78A30EAC}" type="parTrans" cxnId="{0D418D49-B127-3C44-AF37-A060A5F8F42E}">
      <dgm:prSet/>
      <dgm:spPr/>
      <dgm:t>
        <a:bodyPr/>
        <a:lstStyle/>
        <a:p>
          <a:endParaRPr lang="en-US"/>
        </a:p>
      </dgm:t>
    </dgm:pt>
    <dgm:pt modelId="{76EC83BA-130D-EA44-8EE3-6264D4A2F0C7}" type="sibTrans" cxnId="{0D418D49-B127-3C44-AF37-A060A5F8F42E}">
      <dgm:prSet/>
      <dgm:spPr/>
      <dgm:t>
        <a:bodyPr/>
        <a:lstStyle/>
        <a:p>
          <a:endParaRPr lang="en-US"/>
        </a:p>
      </dgm:t>
    </dgm:pt>
    <dgm:pt modelId="{DDAC47D6-F859-4340-B28C-6D49EE097740}">
      <dgm:prSet/>
      <dgm:spPr>
        <a:solidFill>
          <a:schemeClr val="accent6">
            <a:lumMod val="50000"/>
          </a:schemeClr>
        </a:solidFill>
      </dgm:spPr>
      <dgm:t>
        <a:bodyPr/>
        <a:lstStyle/>
        <a:p>
          <a:r>
            <a:rPr lang="en-US" dirty="0"/>
            <a:t>…</a:t>
          </a:r>
        </a:p>
      </dgm:t>
    </dgm:pt>
    <dgm:pt modelId="{5B556703-BE01-8848-BE27-5969CF3D2B5D}" type="parTrans" cxnId="{B5AA2D8B-61D5-DB43-8D06-4875A7EB0CBD}">
      <dgm:prSet/>
      <dgm:spPr/>
      <dgm:t>
        <a:bodyPr/>
        <a:lstStyle/>
        <a:p>
          <a:endParaRPr lang="en-US"/>
        </a:p>
      </dgm:t>
    </dgm:pt>
    <dgm:pt modelId="{0A2D5029-F7E5-6C47-9CF0-D5505B2F8FFB}" type="sibTrans" cxnId="{B5AA2D8B-61D5-DB43-8D06-4875A7EB0CBD}">
      <dgm:prSet/>
      <dgm:spPr/>
      <dgm:t>
        <a:bodyPr/>
        <a:lstStyle/>
        <a:p>
          <a:endParaRPr lang="en-US"/>
        </a:p>
      </dgm:t>
    </dgm:pt>
    <dgm:pt modelId="{4861F807-1580-8C4F-9C33-66D2EDE9ABAD}">
      <dgm:prSet phldrT="[Text]"/>
      <dgm:spPr/>
      <dgm:t>
        <a:bodyPr/>
        <a:lstStyle/>
        <a:p>
          <a:r>
            <a:rPr lang="en-US" dirty="0"/>
            <a:t>Models</a:t>
          </a:r>
        </a:p>
      </dgm:t>
    </dgm:pt>
    <dgm:pt modelId="{8CC078C6-7EFD-9A46-B445-021F345DCF5A}" type="parTrans" cxnId="{881C745A-6BF5-1846-9762-D162446F8EE8}">
      <dgm:prSet/>
      <dgm:spPr/>
      <dgm:t>
        <a:bodyPr/>
        <a:lstStyle/>
        <a:p>
          <a:endParaRPr lang="en-US"/>
        </a:p>
      </dgm:t>
    </dgm:pt>
    <dgm:pt modelId="{5D77E747-1467-6249-A64A-E8E192C48D64}" type="sibTrans" cxnId="{881C745A-6BF5-1846-9762-D162446F8EE8}">
      <dgm:prSet/>
      <dgm:spPr/>
      <dgm:t>
        <a:bodyPr/>
        <a:lstStyle/>
        <a:p>
          <a:endParaRPr lang="en-US"/>
        </a:p>
      </dgm:t>
    </dgm:pt>
    <dgm:pt modelId="{917501D8-12A6-0D43-82EB-9B8BF9A095D6}">
      <dgm:prSet phldrT="[Text]"/>
      <dgm:spPr/>
      <dgm:t>
        <a:bodyPr/>
        <a:lstStyle/>
        <a:p>
          <a:r>
            <a:rPr lang="en-US" dirty="0"/>
            <a:t>Dealing with Bias and Fairness</a:t>
          </a:r>
        </a:p>
      </dgm:t>
    </dgm:pt>
    <dgm:pt modelId="{2189082E-6C82-944A-BE92-D9BC72270382}" type="parTrans" cxnId="{0E3C2485-CAF8-434B-89F0-893517E042E7}">
      <dgm:prSet/>
      <dgm:spPr/>
      <dgm:t>
        <a:bodyPr/>
        <a:lstStyle/>
        <a:p>
          <a:endParaRPr lang="en-US"/>
        </a:p>
      </dgm:t>
    </dgm:pt>
    <dgm:pt modelId="{04D5671A-AE7F-BD4E-9B86-A6A6425F59A8}" type="sibTrans" cxnId="{0E3C2485-CAF8-434B-89F0-893517E042E7}">
      <dgm:prSet/>
      <dgm:spPr/>
      <dgm:t>
        <a:bodyPr/>
        <a:lstStyle/>
        <a:p>
          <a:endParaRPr lang="en-US"/>
        </a:p>
      </dgm:t>
    </dgm:pt>
    <dgm:pt modelId="{1F12B085-E167-9940-8DCF-A46224752E8F}">
      <dgm:prSet phldrT="[Text]"/>
      <dgm:spPr>
        <a:solidFill>
          <a:schemeClr val="accent6">
            <a:lumMod val="50000"/>
          </a:schemeClr>
        </a:solidFill>
      </dgm:spPr>
      <dgm:t>
        <a:bodyPr/>
        <a:lstStyle/>
        <a:p>
          <a:r>
            <a:rPr lang="en-US" dirty="0"/>
            <a:t>Field Trial Design</a:t>
          </a:r>
        </a:p>
      </dgm:t>
    </dgm:pt>
    <dgm:pt modelId="{7A893FC9-C7B2-A646-8934-DEE2F8F265BA}" type="parTrans" cxnId="{87E2372F-44B8-7346-94AD-1B6CD49001EC}">
      <dgm:prSet/>
      <dgm:spPr/>
      <dgm:t>
        <a:bodyPr/>
        <a:lstStyle/>
        <a:p>
          <a:endParaRPr lang="en-US"/>
        </a:p>
      </dgm:t>
    </dgm:pt>
    <dgm:pt modelId="{59E7433E-EA1A-A445-8F72-1DCCEC9CF854}" type="sibTrans" cxnId="{87E2372F-44B8-7346-94AD-1B6CD49001EC}">
      <dgm:prSet/>
      <dgm:spPr>
        <a:solidFill>
          <a:schemeClr val="accent6">
            <a:lumMod val="50000"/>
          </a:schemeClr>
        </a:solidFill>
      </dgm:spPr>
      <dgm:t>
        <a:bodyPr/>
        <a:lstStyle/>
        <a:p>
          <a:endParaRPr lang="en-US"/>
        </a:p>
      </dgm:t>
    </dgm:pt>
    <dgm:pt modelId="{4300FFA5-0FE1-0644-9B26-EF0EC29D2E58}">
      <dgm:prSet phldrT="[Text]"/>
      <dgm:spPr/>
      <dgm:t>
        <a:bodyPr/>
        <a:lstStyle/>
        <a:p>
          <a:r>
            <a:rPr lang="en-US" dirty="0"/>
            <a:t>Deployment</a:t>
          </a:r>
        </a:p>
      </dgm:t>
    </dgm:pt>
    <dgm:pt modelId="{CD73BF7D-329F-4F42-9B2D-1C22A52FFC9D}" type="parTrans" cxnId="{E9A0EB78-92A5-5E4E-8437-0C6B9359762F}">
      <dgm:prSet/>
      <dgm:spPr/>
      <dgm:t>
        <a:bodyPr/>
        <a:lstStyle/>
        <a:p>
          <a:endParaRPr lang="en-US"/>
        </a:p>
      </dgm:t>
    </dgm:pt>
    <dgm:pt modelId="{2C4637A3-9257-AA41-A5B8-B87451C5F477}" type="sibTrans" cxnId="{E9A0EB78-92A5-5E4E-8437-0C6B9359762F}">
      <dgm:prSet/>
      <dgm:spPr/>
      <dgm:t>
        <a:bodyPr/>
        <a:lstStyle/>
        <a:p>
          <a:endParaRPr lang="en-US"/>
        </a:p>
      </dgm:t>
    </dgm:pt>
    <dgm:pt modelId="{B86E1618-0E2D-E84D-BCEB-2453703211F3}">
      <dgm:prSet phldrT="[Text]"/>
      <dgm:spPr>
        <a:solidFill>
          <a:srgbClr val="00B0F0"/>
        </a:solidFill>
      </dgm:spPr>
      <dgm:t>
        <a:bodyPr/>
        <a:lstStyle/>
        <a:p>
          <a:r>
            <a:rPr lang="en-US" dirty="0"/>
            <a:t>Monitoring</a:t>
          </a:r>
        </a:p>
      </dgm:t>
    </dgm:pt>
    <dgm:pt modelId="{4EFD42D0-7098-564F-980C-3F3CECAA5410}" type="parTrans" cxnId="{BE324233-F9AC-DC43-A89C-3F7FD9B5D466}">
      <dgm:prSet/>
      <dgm:spPr/>
      <dgm:t>
        <a:bodyPr/>
        <a:lstStyle/>
        <a:p>
          <a:endParaRPr lang="en-US"/>
        </a:p>
      </dgm:t>
    </dgm:pt>
    <dgm:pt modelId="{877FBD8C-7A3B-5E45-8830-1FEAB09A55C5}" type="sibTrans" cxnId="{BE324233-F9AC-DC43-A89C-3F7FD9B5D466}">
      <dgm:prSet/>
      <dgm:spPr/>
      <dgm:t>
        <a:bodyPr/>
        <a:lstStyle/>
        <a:p>
          <a:endParaRPr lang="en-US"/>
        </a:p>
      </dgm:t>
    </dgm:pt>
    <dgm:pt modelId="{63B03111-9832-1646-BDF4-5D9B749EF795}">
      <dgm:prSet phldrT="[Text]"/>
      <dgm:spPr>
        <a:solidFill>
          <a:schemeClr val="tx1">
            <a:lumMod val="65000"/>
            <a:lumOff val="35000"/>
          </a:schemeClr>
        </a:solidFill>
      </dgm:spPr>
      <dgm:t>
        <a:bodyPr/>
        <a:lstStyle/>
        <a:p>
          <a:r>
            <a:rPr lang="en-US" dirty="0"/>
            <a:t>Goals, Actions, Data, Analysis, Ethics</a:t>
          </a:r>
        </a:p>
      </dgm:t>
    </dgm:pt>
    <dgm:pt modelId="{1C812E3F-39E1-CF47-BBBD-159FAEC5C786}" type="parTrans" cxnId="{9F4BBA63-304C-604B-A391-58E4720B5BE5}">
      <dgm:prSet/>
      <dgm:spPr/>
      <dgm:t>
        <a:bodyPr/>
        <a:lstStyle/>
        <a:p>
          <a:endParaRPr lang="en-US"/>
        </a:p>
      </dgm:t>
    </dgm:pt>
    <dgm:pt modelId="{702B8123-1BB3-E349-AB4A-1A9D41698317}" type="sibTrans" cxnId="{9F4BBA63-304C-604B-A391-58E4720B5BE5}">
      <dgm:prSet/>
      <dgm:spPr/>
      <dgm:t>
        <a:bodyPr/>
        <a:lstStyle/>
        <a:p>
          <a:endParaRPr lang="en-US"/>
        </a:p>
      </dgm:t>
    </dgm:pt>
    <dgm:pt modelId="{CBF254FA-D4E0-B74E-A18D-AE53AEBD67CD}" type="pres">
      <dgm:prSet presAssocID="{E9FB0F4E-6967-3B44-A32F-E8B1C7AE98D5}" presName="diagram" presStyleCnt="0">
        <dgm:presLayoutVars>
          <dgm:dir/>
          <dgm:resizeHandles val="exact"/>
        </dgm:presLayoutVars>
      </dgm:prSet>
      <dgm:spPr/>
    </dgm:pt>
    <dgm:pt modelId="{B4D5E3D8-47D8-1A4C-9387-6DE60324DF6F}" type="pres">
      <dgm:prSet presAssocID="{75350DEC-25F7-F240-A4BF-3A92E80C52F5}" presName="node" presStyleLbl="node1" presStyleIdx="0" presStyleCnt="10">
        <dgm:presLayoutVars>
          <dgm:bulletEnabled val="1"/>
        </dgm:presLayoutVars>
      </dgm:prSet>
      <dgm:spPr/>
    </dgm:pt>
    <dgm:pt modelId="{A58869D2-B78E-DD40-ACB3-9F052F33CBCE}" type="pres">
      <dgm:prSet presAssocID="{BAC284C6-3986-1C48-93AC-8FEBC662ECEE}" presName="sibTrans" presStyleLbl="sibTrans2D1" presStyleIdx="0" presStyleCnt="9"/>
      <dgm:spPr/>
    </dgm:pt>
    <dgm:pt modelId="{814C8FA7-CFA6-FA42-8BC8-CD119ED58623}" type="pres">
      <dgm:prSet presAssocID="{BAC284C6-3986-1C48-93AC-8FEBC662ECEE}" presName="connectorText" presStyleLbl="sibTrans2D1" presStyleIdx="0" presStyleCnt="9"/>
      <dgm:spPr/>
    </dgm:pt>
    <dgm:pt modelId="{C234DD4B-5CB7-E549-AD0E-83532D584FCF}" type="pres">
      <dgm:prSet presAssocID="{4F2509E8-87E6-2347-B926-EB9BDDECA6FD}" presName="node" presStyleLbl="node1" presStyleIdx="1" presStyleCnt="10">
        <dgm:presLayoutVars>
          <dgm:bulletEnabled val="1"/>
        </dgm:presLayoutVars>
      </dgm:prSet>
      <dgm:spPr/>
    </dgm:pt>
    <dgm:pt modelId="{16C02E65-2210-C24E-8692-38A2A70EC148}" type="pres">
      <dgm:prSet presAssocID="{748D4455-259E-4245-ADD2-8DDAC2A60773}" presName="sibTrans" presStyleLbl="sibTrans2D1" presStyleIdx="1" presStyleCnt="9"/>
      <dgm:spPr/>
    </dgm:pt>
    <dgm:pt modelId="{7060A806-1549-3F45-A072-7BB9691C2D8D}" type="pres">
      <dgm:prSet presAssocID="{748D4455-259E-4245-ADD2-8DDAC2A60773}" presName="connectorText" presStyleLbl="sibTrans2D1" presStyleIdx="1" presStyleCnt="9"/>
      <dgm:spPr/>
    </dgm:pt>
    <dgm:pt modelId="{FBF1C564-B2B8-4C41-BE63-B8171F8EB76E}" type="pres">
      <dgm:prSet presAssocID="{7B079A50-DF5E-0A4C-9491-2FBAFC0F785B}" presName="node" presStyleLbl="node1" presStyleIdx="2" presStyleCnt="10">
        <dgm:presLayoutVars>
          <dgm:bulletEnabled val="1"/>
        </dgm:presLayoutVars>
      </dgm:prSet>
      <dgm:spPr/>
    </dgm:pt>
    <dgm:pt modelId="{680472FB-1DED-B043-9C18-8E9AFCBED6E9}" type="pres">
      <dgm:prSet presAssocID="{00735B98-C924-5743-B429-DBBBDEA50165}" presName="sibTrans" presStyleLbl="sibTrans2D1" presStyleIdx="2" presStyleCnt="9"/>
      <dgm:spPr/>
    </dgm:pt>
    <dgm:pt modelId="{002AA36D-CAF6-0343-B244-6F6849B9EB75}" type="pres">
      <dgm:prSet presAssocID="{00735B98-C924-5743-B429-DBBBDEA50165}" presName="connectorText" presStyleLbl="sibTrans2D1" presStyleIdx="2" presStyleCnt="9"/>
      <dgm:spPr/>
    </dgm:pt>
    <dgm:pt modelId="{CC8F3904-974E-2647-9B88-B6062079D1ED}" type="pres">
      <dgm:prSet presAssocID="{EB4866D8-1266-8945-89C4-F4CD4F9D8A6F}" presName="node" presStyleLbl="node1" presStyleIdx="3" presStyleCnt="10">
        <dgm:presLayoutVars>
          <dgm:bulletEnabled val="1"/>
        </dgm:presLayoutVars>
      </dgm:prSet>
      <dgm:spPr/>
    </dgm:pt>
    <dgm:pt modelId="{5383FDA3-64FA-604A-8CAF-995772572DB0}" type="pres">
      <dgm:prSet presAssocID="{206E47A8-99B6-484A-AD35-04DCB9238B9B}" presName="sibTrans" presStyleLbl="sibTrans2D1" presStyleIdx="3" presStyleCnt="9"/>
      <dgm:spPr/>
    </dgm:pt>
    <dgm:pt modelId="{AC48ED73-8B05-6041-911E-F23E178815C4}" type="pres">
      <dgm:prSet presAssocID="{206E47A8-99B6-484A-AD35-04DCB9238B9B}" presName="connectorText" presStyleLbl="sibTrans2D1" presStyleIdx="3" presStyleCnt="9"/>
      <dgm:spPr/>
    </dgm:pt>
    <dgm:pt modelId="{F11F753D-D453-BC4F-BACE-C4F8A11ECEA5}" type="pres">
      <dgm:prSet presAssocID="{AE199458-77CF-8440-8970-F024006EA226}" presName="node" presStyleLbl="node1" presStyleIdx="4" presStyleCnt="10">
        <dgm:presLayoutVars>
          <dgm:bulletEnabled val="1"/>
        </dgm:presLayoutVars>
      </dgm:prSet>
      <dgm:spPr/>
    </dgm:pt>
    <dgm:pt modelId="{F8E19199-589F-1946-8222-73EA4584121E}" type="pres">
      <dgm:prSet presAssocID="{89DBDFDC-5EB5-0B49-A8D0-DB22ECB982AF}" presName="sibTrans" presStyleLbl="sibTrans2D1" presStyleIdx="4" presStyleCnt="9"/>
      <dgm:spPr/>
    </dgm:pt>
    <dgm:pt modelId="{1E3ABFF9-C6C0-0441-8FEA-3F98FEF0374E}" type="pres">
      <dgm:prSet presAssocID="{89DBDFDC-5EB5-0B49-A8D0-DB22ECB982AF}" presName="connectorText" presStyleLbl="sibTrans2D1" presStyleIdx="4" presStyleCnt="9"/>
      <dgm:spPr/>
    </dgm:pt>
    <dgm:pt modelId="{529FCC09-4687-E147-80E8-2EB7609DC9CF}" type="pres">
      <dgm:prSet presAssocID="{882FED25-8C48-F941-A0FE-6B2DFF5CD464}" presName="node" presStyleLbl="node1" presStyleIdx="5" presStyleCnt="10">
        <dgm:presLayoutVars>
          <dgm:bulletEnabled val="1"/>
        </dgm:presLayoutVars>
      </dgm:prSet>
      <dgm:spPr/>
    </dgm:pt>
    <dgm:pt modelId="{5381123D-2C93-3241-8E06-B77D04CAE8EC}" type="pres">
      <dgm:prSet presAssocID="{030A6B87-CA32-C340-A552-365F7A05C57F}" presName="sibTrans" presStyleLbl="sibTrans2D1" presStyleIdx="5" presStyleCnt="9"/>
      <dgm:spPr/>
    </dgm:pt>
    <dgm:pt modelId="{2E3787C8-BF17-C343-9F7D-55355502CEE3}" type="pres">
      <dgm:prSet presAssocID="{030A6B87-CA32-C340-A552-365F7A05C57F}" presName="connectorText" presStyleLbl="sibTrans2D1" presStyleIdx="5" presStyleCnt="9"/>
      <dgm:spPr/>
    </dgm:pt>
    <dgm:pt modelId="{1850AAD1-4903-FE47-A71D-0B73E666CD99}" type="pres">
      <dgm:prSet presAssocID="{917501D8-12A6-0D43-82EB-9B8BF9A095D6}" presName="node" presStyleLbl="node1" presStyleIdx="6" presStyleCnt="10">
        <dgm:presLayoutVars>
          <dgm:bulletEnabled val="1"/>
        </dgm:presLayoutVars>
      </dgm:prSet>
      <dgm:spPr/>
    </dgm:pt>
    <dgm:pt modelId="{D7CE2DAE-ABF0-9641-AE1A-0DB79AEBD84A}" type="pres">
      <dgm:prSet presAssocID="{04D5671A-AE7F-BD4E-9B86-A6A6425F59A8}" presName="sibTrans" presStyleLbl="sibTrans2D1" presStyleIdx="6" presStyleCnt="9"/>
      <dgm:spPr/>
    </dgm:pt>
    <dgm:pt modelId="{DC4C8257-9496-D04B-A26B-2200A3FFE3E7}" type="pres">
      <dgm:prSet presAssocID="{04D5671A-AE7F-BD4E-9B86-A6A6425F59A8}" presName="connectorText" presStyleLbl="sibTrans2D1" presStyleIdx="6" presStyleCnt="9"/>
      <dgm:spPr/>
    </dgm:pt>
    <dgm:pt modelId="{0538887E-FF31-324E-B401-E87E44AFF0AA}" type="pres">
      <dgm:prSet presAssocID="{1F12B085-E167-9940-8DCF-A46224752E8F}" presName="node" presStyleLbl="node1" presStyleIdx="7" presStyleCnt="10">
        <dgm:presLayoutVars>
          <dgm:bulletEnabled val="1"/>
        </dgm:presLayoutVars>
      </dgm:prSet>
      <dgm:spPr/>
    </dgm:pt>
    <dgm:pt modelId="{92EB25B1-D4AE-754E-BD44-115E26D1FF80}" type="pres">
      <dgm:prSet presAssocID="{59E7433E-EA1A-A445-8F72-1DCCEC9CF854}" presName="sibTrans" presStyleLbl="sibTrans2D1" presStyleIdx="7" presStyleCnt="9"/>
      <dgm:spPr/>
    </dgm:pt>
    <dgm:pt modelId="{B4D2AADB-2320-D741-9683-970A9AF56C3E}" type="pres">
      <dgm:prSet presAssocID="{59E7433E-EA1A-A445-8F72-1DCCEC9CF854}" presName="connectorText" presStyleLbl="sibTrans2D1" presStyleIdx="7" presStyleCnt="9"/>
      <dgm:spPr/>
    </dgm:pt>
    <dgm:pt modelId="{C225C079-1737-3742-99A0-0A7B593214FB}" type="pres">
      <dgm:prSet presAssocID="{4300FFA5-0FE1-0644-9B26-EF0EC29D2E58}" presName="node" presStyleLbl="node1" presStyleIdx="8" presStyleCnt="10">
        <dgm:presLayoutVars>
          <dgm:bulletEnabled val="1"/>
        </dgm:presLayoutVars>
      </dgm:prSet>
      <dgm:spPr/>
    </dgm:pt>
    <dgm:pt modelId="{C8297064-9915-AB4E-A9CB-FFEA8FC197B9}" type="pres">
      <dgm:prSet presAssocID="{2C4637A3-9257-AA41-A5B8-B87451C5F477}" presName="sibTrans" presStyleLbl="sibTrans2D1" presStyleIdx="8" presStyleCnt="9"/>
      <dgm:spPr/>
    </dgm:pt>
    <dgm:pt modelId="{EDC8E22C-F874-6448-9DE8-54F7348385E0}" type="pres">
      <dgm:prSet presAssocID="{2C4637A3-9257-AA41-A5B8-B87451C5F477}" presName="connectorText" presStyleLbl="sibTrans2D1" presStyleIdx="8" presStyleCnt="9"/>
      <dgm:spPr/>
    </dgm:pt>
    <dgm:pt modelId="{098F0226-B690-1B45-B506-7C933BFB7998}" type="pres">
      <dgm:prSet presAssocID="{B86E1618-0E2D-E84D-BCEB-2453703211F3}" presName="node" presStyleLbl="node1" presStyleIdx="9" presStyleCnt="10">
        <dgm:presLayoutVars>
          <dgm:bulletEnabled val="1"/>
        </dgm:presLayoutVars>
      </dgm:prSet>
      <dgm:spPr/>
    </dgm:pt>
  </dgm:ptLst>
  <dgm:cxnLst>
    <dgm:cxn modelId="{B95DCD03-4AAD-4B42-9243-666F8DB599E8}" type="presOf" srcId="{8933D80B-03CB-154C-805F-13221DB1B822}" destId="{FBF1C564-B2B8-4C41-BE63-B8171F8EB76E}" srcOrd="0" destOrd="2" presId="urn:microsoft.com/office/officeart/2005/8/layout/process5"/>
    <dgm:cxn modelId="{30E4E603-88A2-FC48-B384-BE3A5BB6B8C0}" type="presOf" srcId="{BAC284C6-3986-1C48-93AC-8FEBC662ECEE}" destId="{814C8FA7-CFA6-FA42-8BC8-CD119ED58623}" srcOrd="1" destOrd="0" presId="urn:microsoft.com/office/officeart/2005/8/layout/process5"/>
    <dgm:cxn modelId="{B3721305-A4DC-1D4B-9870-E1245EA94AA1}" type="presOf" srcId="{5FE83F24-F694-6A4B-99C0-78300CB546E1}" destId="{CC8F3904-974E-2647-9B88-B6062079D1ED}" srcOrd="0" destOrd="1" presId="urn:microsoft.com/office/officeart/2005/8/layout/process5"/>
    <dgm:cxn modelId="{01877F06-0601-234E-B04A-2AADE4C2D154}" srcId="{7B079A50-DF5E-0A4C-9491-2FBAFC0F785B}" destId="{8933D80B-03CB-154C-805F-13221DB1B822}" srcOrd="1" destOrd="0" parTransId="{05F6BE08-6836-6D4D-951F-A258F2E08662}" sibTransId="{59F6EB62-364A-E44D-A61C-CEA12AA8589C}"/>
    <dgm:cxn modelId="{0E10E907-0ADA-4D45-9069-B9A3AC9E0310}" type="presOf" srcId="{7B079A50-DF5E-0A4C-9491-2FBAFC0F785B}" destId="{FBF1C564-B2B8-4C41-BE63-B8171F8EB76E}" srcOrd="0" destOrd="0" presId="urn:microsoft.com/office/officeart/2005/8/layout/process5"/>
    <dgm:cxn modelId="{D5992D08-7598-A94A-AD4C-62B4CD474D26}" type="presOf" srcId="{761579F4-10DF-F244-9532-25DEF4807D83}" destId="{C234DD4B-5CB7-E549-AD0E-83532D584FCF}" srcOrd="0" destOrd="3" presId="urn:microsoft.com/office/officeart/2005/8/layout/process5"/>
    <dgm:cxn modelId="{F62E5C0C-C9DB-474B-99E5-505C0287727A}" type="presOf" srcId="{B86E1618-0E2D-E84D-BCEB-2453703211F3}" destId="{098F0226-B690-1B45-B506-7C933BFB7998}" srcOrd="0" destOrd="0" presId="urn:microsoft.com/office/officeart/2005/8/layout/process5"/>
    <dgm:cxn modelId="{81D07A23-EA35-C94F-81FA-E72150079877}" srcId="{E9FB0F4E-6967-3B44-A32F-E8B1C7AE98D5}" destId="{75350DEC-25F7-F240-A4BF-3A92E80C52F5}" srcOrd="0" destOrd="0" parTransId="{965794C1-5767-E94D-8105-ED104B4D33E2}" sibTransId="{BAC284C6-3986-1C48-93AC-8FEBC662ECEE}"/>
    <dgm:cxn modelId="{BFD8C726-235C-FD40-B9F6-87513427E29C}" type="presOf" srcId="{4861F807-1580-8C4F-9C33-66D2EDE9ABAD}" destId="{CC8F3904-974E-2647-9B88-B6062079D1ED}" srcOrd="0" destOrd="4" presId="urn:microsoft.com/office/officeart/2005/8/layout/process5"/>
    <dgm:cxn modelId="{A5814027-F41C-1F45-84CD-3391AC53F8A5}" type="presOf" srcId="{DDAC47D6-F859-4340-B28C-6D49EE097740}" destId="{FBF1C564-B2B8-4C41-BE63-B8171F8EB76E}" srcOrd="0" destOrd="4" presId="urn:microsoft.com/office/officeart/2005/8/layout/process5"/>
    <dgm:cxn modelId="{4252FF2A-9D9C-154A-8E00-7845AEFA42A3}" type="presOf" srcId="{AE199458-77CF-8440-8970-F024006EA226}" destId="{F11F753D-D453-BC4F-BACE-C4F8A11ECEA5}" srcOrd="0" destOrd="0" presId="urn:microsoft.com/office/officeart/2005/8/layout/process5"/>
    <dgm:cxn modelId="{87E2372F-44B8-7346-94AD-1B6CD49001EC}" srcId="{E9FB0F4E-6967-3B44-A32F-E8B1C7AE98D5}" destId="{1F12B085-E167-9940-8DCF-A46224752E8F}" srcOrd="7" destOrd="0" parTransId="{7A893FC9-C7B2-A646-8934-DEE2F8F265BA}" sibTransId="{59E7433E-EA1A-A445-8F72-1DCCEC9CF854}"/>
    <dgm:cxn modelId="{B650C331-3E4A-9142-9766-ADC1499BB1FB}" srcId="{7B079A50-DF5E-0A4C-9491-2FBAFC0F785B}" destId="{60FEA49A-52E5-FB49-B9D7-919B8E8D64F4}" srcOrd="0" destOrd="0" parTransId="{7E8F7D45-586B-A641-B509-72E0E3DB9800}" sibTransId="{E893C522-81CE-8546-BA58-AAD1F1CCD417}"/>
    <dgm:cxn modelId="{BD857532-F26B-7C43-A239-905B90EF1A8C}" type="presOf" srcId="{E9FB0F4E-6967-3B44-A32F-E8B1C7AE98D5}" destId="{CBF254FA-D4E0-B74E-A18D-AE53AEBD67CD}" srcOrd="0" destOrd="0" presId="urn:microsoft.com/office/officeart/2005/8/layout/process5"/>
    <dgm:cxn modelId="{BE324233-F9AC-DC43-A89C-3F7FD9B5D466}" srcId="{E9FB0F4E-6967-3B44-A32F-E8B1C7AE98D5}" destId="{B86E1618-0E2D-E84D-BCEB-2453703211F3}" srcOrd="9" destOrd="0" parTransId="{4EFD42D0-7098-564F-980C-3F3CECAA5410}" sibTransId="{877FBD8C-7A3B-5E45-8830-1FEAB09A55C5}"/>
    <dgm:cxn modelId="{27375D36-313F-2A44-B2E2-0C6FE9D62D1A}" type="presOf" srcId="{75350DEC-25F7-F240-A4BF-3A92E80C52F5}" destId="{B4D5E3D8-47D8-1A4C-9387-6DE60324DF6F}" srcOrd="0" destOrd="0" presId="urn:microsoft.com/office/officeart/2005/8/layout/process5"/>
    <dgm:cxn modelId="{FC1AC939-5A01-D84B-8800-0E045D0F93C8}" srcId="{AE199458-77CF-8440-8970-F024006EA226}" destId="{69F25C00-F7E1-8B47-8544-B81240B6C7F2}" srcOrd="1" destOrd="0" parTransId="{258EB4FC-8DB3-204B-AE19-757E57DBF8E2}" sibTransId="{2C4AF3F2-4BEF-1E41-A9DC-C2CCA7D68218}"/>
    <dgm:cxn modelId="{DF8FAA3E-AA34-BD4E-87F8-31F1AB63A13B}" type="presOf" srcId="{748D4455-259E-4245-ADD2-8DDAC2A60773}" destId="{16C02E65-2210-C24E-8692-38A2A70EC148}" srcOrd="0" destOrd="0" presId="urn:microsoft.com/office/officeart/2005/8/layout/process5"/>
    <dgm:cxn modelId="{0D418D49-B127-3C44-AF37-A060A5F8F42E}" srcId="{7B079A50-DF5E-0A4C-9491-2FBAFC0F785B}" destId="{B1557D1B-A1F8-FC4B-B50D-EA46AEAC83E2}" srcOrd="2" destOrd="0" parTransId="{301BEF8E-62FD-F942-ABEC-722E78A30EAC}" sibTransId="{76EC83BA-130D-EA44-8EE3-6264D4A2F0C7}"/>
    <dgm:cxn modelId="{6A32B64F-6964-414F-AD07-B5887751C75C}" type="presOf" srcId="{882FED25-8C48-F941-A0FE-6B2DFF5CD464}" destId="{529FCC09-4687-E147-80E8-2EB7609DC9CF}" srcOrd="0" destOrd="0" presId="urn:microsoft.com/office/officeart/2005/8/layout/process5"/>
    <dgm:cxn modelId="{57E78F58-C4F1-C642-9A8E-4D1032FFACD8}" type="presOf" srcId="{471C43CE-832D-774D-BB7A-57512EFB5879}" destId="{CC8F3904-974E-2647-9B88-B6062079D1ED}" srcOrd="0" destOrd="3" presId="urn:microsoft.com/office/officeart/2005/8/layout/process5"/>
    <dgm:cxn modelId="{881C745A-6BF5-1846-9762-D162446F8EE8}" srcId="{EB4866D8-1266-8945-89C4-F4CD4F9D8A6F}" destId="{4861F807-1580-8C4F-9C33-66D2EDE9ABAD}" srcOrd="3" destOrd="0" parTransId="{8CC078C6-7EFD-9A46-B445-021F345DCF5A}" sibTransId="{5D77E747-1467-6249-A64A-E8E192C48D64}"/>
    <dgm:cxn modelId="{4D5E675C-49B8-1948-9D17-9FC44F33719A}" type="presOf" srcId="{59E7433E-EA1A-A445-8F72-1DCCEC9CF854}" destId="{B4D2AADB-2320-D741-9683-970A9AF56C3E}" srcOrd="1" destOrd="0" presId="urn:microsoft.com/office/officeart/2005/8/layout/process5"/>
    <dgm:cxn modelId="{09F5B15E-E1AD-2E4A-AFF2-C91E75C311A9}" srcId="{AE199458-77CF-8440-8970-F024006EA226}" destId="{86AA592B-D489-5D4D-93FE-79A538493DA3}" srcOrd="0" destOrd="0" parTransId="{06E1BE15-F8C7-9C4D-A90E-557728BBB1D3}" sibTransId="{9EB8E24C-CDF4-7B49-8A25-38E38E64AA9F}"/>
    <dgm:cxn modelId="{ED970163-ECEE-D849-9B40-616074ECBD3F}" srcId="{EB4866D8-1266-8945-89C4-F4CD4F9D8A6F}" destId="{5FE83F24-F694-6A4B-99C0-78300CB546E1}" srcOrd="0" destOrd="0" parTransId="{E15C2973-AC33-0145-8745-682DFB76DED0}" sibTransId="{A1EBC4F8-774A-B045-880A-03E7D798D46B}"/>
    <dgm:cxn modelId="{6C791863-053A-EA42-B1FD-F40E2AC8732E}" type="presOf" srcId="{6E882DEC-3034-E942-B5AA-2835D77DD5C8}" destId="{CC8F3904-974E-2647-9B88-B6062079D1ED}" srcOrd="0" destOrd="2" presId="urn:microsoft.com/office/officeart/2005/8/layout/process5"/>
    <dgm:cxn modelId="{9F4BBA63-304C-604B-A391-58E4720B5BE5}" srcId="{75350DEC-25F7-F240-A4BF-3A92E80C52F5}" destId="{63B03111-9832-1646-BDF4-5D9B749EF795}" srcOrd="0" destOrd="0" parTransId="{1C812E3F-39E1-CF47-BBBD-159FAEC5C786}" sibTransId="{702B8123-1BB3-E349-AB4A-1A9D41698317}"/>
    <dgm:cxn modelId="{315CA365-BBD4-8349-91E9-B1E78879A052}" type="presOf" srcId="{2C4637A3-9257-AA41-A5B8-B87451C5F477}" destId="{EDC8E22C-F874-6448-9DE8-54F7348385E0}" srcOrd="1" destOrd="0" presId="urn:microsoft.com/office/officeart/2005/8/layout/process5"/>
    <dgm:cxn modelId="{C0BF1A68-E872-0A45-B831-114F7AEF9B31}" type="presOf" srcId="{BAC284C6-3986-1C48-93AC-8FEBC662ECEE}" destId="{A58869D2-B78E-DD40-ACB3-9F052F33CBCE}" srcOrd="0" destOrd="0" presId="urn:microsoft.com/office/officeart/2005/8/layout/process5"/>
    <dgm:cxn modelId="{CCD2446D-140E-2448-AD38-D7354F2F5BD0}" type="presOf" srcId="{86AA592B-D489-5D4D-93FE-79A538493DA3}" destId="{F11F753D-D453-BC4F-BACE-C4F8A11ECEA5}" srcOrd="0" destOrd="1" presId="urn:microsoft.com/office/officeart/2005/8/layout/process5"/>
    <dgm:cxn modelId="{E1407870-18DB-5544-A0A5-2DE0EF6D62BF}" type="presOf" srcId="{EB4866D8-1266-8945-89C4-F4CD4F9D8A6F}" destId="{CC8F3904-974E-2647-9B88-B6062079D1ED}" srcOrd="0" destOrd="0" presId="urn:microsoft.com/office/officeart/2005/8/layout/process5"/>
    <dgm:cxn modelId="{43B9E771-FA74-B642-9EED-7FE4A7CDF11A}" srcId="{4F2509E8-87E6-2347-B926-EB9BDDECA6FD}" destId="{C8AF58C4-450C-0C4C-83CB-1474D3ADA25F}" srcOrd="1" destOrd="0" parTransId="{DEBC2A1C-65D7-5E43-945C-60BBA4631011}" sibTransId="{51773514-44C5-134E-A69D-D30DCA75AB37}"/>
    <dgm:cxn modelId="{BB741775-A4C8-C54B-B161-F15E4AF928EC}" type="presOf" srcId="{B1557D1B-A1F8-FC4B-B50D-EA46AEAC83E2}" destId="{FBF1C564-B2B8-4C41-BE63-B8171F8EB76E}" srcOrd="0" destOrd="3" presId="urn:microsoft.com/office/officeart/2005/8/layout/process5"/>
    <dgm:cxn modelId="{9BF83777-08E0-6140-9D35-BF7D8AF8A067}" srcId="{E9FB0F4E-6967-3B44-A32F-E8B1C7AE98D5}" destId="{4F2509E8-87E6-2347-B926-EB9BDDECA6FD}" srcOrd="1" destOrd="0" parTransId="{B4B1EEE1-8225-A643-B681-A7F3FC14ECAD}" sibTransId="{748D4455-259E-4245-ADD2-8DDAC2A60773}"/>
    <dgm:cxn modelId="{E9A0EB78-92A5-5E4E-8437-0C6B9359762F}" srcId="{E9FB0F4E-6967-3B44-A32F-E8B1C7AE98D5}" destId="{4300FFA5-0FE1-0644-9B26-EF0EC29D2E58}" srcOrd="8" destOrd="0" parTransId="{CD73BF7D-329F-4F42-9B2D-1C22A52FFC9D}" sibTransId="{2C4637A3-9257-AA41-A5B8-B87451C5F477}"/>
    <dgm:cxn modelId="{E1BE627B-6B84-9F41-8C17-2CB0A302B158}" type="presOf" srcId="{04D5671A-AE7F-BD4E-9B86-A6A6425F59A8}" destId="{D7CE2DAE-ABF0-9641-AE1A-0DB79AEBD84A}" srcOrd="0" destOrd="0" presId="urn:microsoft.com/office/officeart/2005/8/layout/process5"/>
    <dgm:cxn modelId="{1195907C-1741-0E4D-8E5E-6B3B4B259DEF}" type="presOf" srcId="{030A6B87-CA32-C340-A552-365F7A05C57F}" destId="{5381123D-2C93-3241-8E06-B77D04CAE8EC}" srcOrd="0" destOrd="0" presId="urn:microsoft.com/office/officeart/2005/8/layout/process5"/>
    <dgm:cxn modelId="{99C2797F-C2E2-3A4C-AAF0-DCC30D2AF05D}" type="presOf" srcId="{4F2509E8-87E6-2347-B926-EB9BDDECA6FD}" destId="{C234DD4B-5CB7-E549-AD0E-83532D584FCF}" srcOrd="0" destOrd="0" presId="urn:microsoft.com/office/officeart/2005/8/layout/process5"/>
    <dgm:cxn modelId="{85D7D382-FAAC-4F4E-84D6-7849E5E8FF0C}" type="presOf" srcId="{917501D8-12A6-0D43-82EB-9B8BF9A095D6}" destId="{1850AAD1-4903-FE47-A71D-0B73E666CD99}" srcOrd="0" destOrd="0" presId="urn:microsoft.com/office/officeart/2005/8/layout/process5"/>
    <dgm:cxn modelId="{0E3C2485-CAF8-434B-89F0-893517E042E7}" srcId="{E9FB0F4E-6967-3B44-A32F-E8B1C7AE98D5}" destId="{917501D8-12A6-0D43-82EB-9B8BF9A095D6}" srcOrd="6" destOrd="0" parTransId="{2189082E-6C82-944A-BE92-D9BC72270382}" sibTransId="{04D5671A-AE7F-BD4E-9B86-A6A6425F59A8}"/>
    <dgm:cxn modelId="{5F1D6487-750A-A04B-B6FA-5348ADB40AA1}" type="presOf" srcId="{2C4637A3-9257-AA41-A5B8-B87451C5F477}" destId="{C8297064-9915-AB4E-A9CB-FFEA8FC197B9}" srcOrd="0" destOrd="0" presId="urn:microsoft.com/office/officeart/2005/8/layout/process5"/>
    <dgm:cxn modelId="{B5AA2D8B-61D5-DB43-8D06-4875A7EB0CBD}" srcId="{7B079A50-DF5E-0A4C-9491-2FBAFC0F785B}" destId="{DDAC47D6-F859-4340-B28C-6D49EE097740}" srcOrd="3" destOrd="0" parTransId="{5B556703-BE01-8848-BE27-5969CF3D2B5D}" sibTransId="{0A2D5029-F7E5-6C47-9CF0-D5505B2F8FFB}"/>
    <dgm:cxn modelId="{94756F8D-4FC3-2F4F-8093-95D1E8FDA07D}" type="presOf" srcId="{89DBDFDC-5EB5-0B49-A8D0-DB22ECB982AF}" destId="{1E3ABFF9-C6C0-0441-8FEA-3F98FEF0374E}" srcOrd="1" destOrd="0" presId="urn:microsoft.com/office/officeart/2005/8/layout/process5"/>
    <dgm:cxn modelId="{78913F91-30D2-D14B-B80B-1BDF3244B2A6}" type="presOf" srcId="{1F12B085-E167-9940-8DCF-A46224752E8F}" destId="{0538887E-FF31-324E-B401-E87E44AFF0AA}" srcOrd="0" destOrd="0" presId="urn:microsoft.com/office/officeart/2005/8/layout/process5"/>
    <dgm:cxn modelId="{B494B79C-7119-2745-954F-0FE480A17145}" type="presOf" srcId="{C8AF58C4-450C-0C4C-83CB-1474D3ADA25F}" destId="{C234DD4B-5CB7-E549-AD0E-83532D584FCF}" srcOrd="0" destOrd="2" presId="urn:microsoft.com/office/officeart/2005/8/layout/process5"/>
    <dgm:cxn modelId="{A454DBA0-21A9-3941-9DF2-4DD870F537A3}" srcId="{E9FB0F4E-6967-3B44-A32F-E8B1C7AE98D5}" destId="{7B079A50-DF5E-0A4C-9491-2FBAFC0F785B}" srcOrd="2" destOrd="0" parTransId="{BA902E5D-518F-0749-86BA-04AA510BA959}" sibTransId="{00735B98-C924-5743-B429-DBBBDEA50165}"/>
    <dgm:cxn modelId="{8C017CA3-42AB-BD48-8C05-A5BDA2B79E4B}" type="presOf" srcId="{59E7433E-EA1A-A445-8F72-1DCCEC9CF854}" destId="{92EB25B1-D4AE-754E-BD44-115E26D1FF80}" srcOrd="0" destOrd="0" presId="urn:microsoft.com/office/officeart/2005/8/layout/process5"/>
    <dgm:cxn modelId="{88A5F4A3-745B-D44B-AEC4-67B96700A686}" type="presOf" srcId="{206E47A8-99B6-484A-AD35-04DCB9238B9B}" destId="{AC48ED73-8B05-6041-911E-F23E178815C4}" srcOrd="1" destOrd="0" presId="urn:microsoft.com/office/officeart/2005/8/layout/process5"/>
    <dgm:cxn modelId="{2038CBA5-A8B4-2F4F-88D5-D270FCD148DC}" type="presOf" srcId="{89DBDFDC-5EB5-0B49-A8D0-DB22ECB982AF}" destId="{F8E19199-589F-1946-8222-73EA4584121E}" srcOrd="0" destOrd="0" presId="urn:microsoft.com/office/officeart/2005/8/layout/process5"/>
    <dgm:cxn modelId="{9A8098B2-9CE9-D942-9547-38EF361DD3D4}" srcId="{EB4866D8-1266-8945-89C4-F4CD4F9D8A6F}" destId="{6E882DEC-3034-E942-B5AA-2835D77DD5C8}" srcOrd="1" destOrd="0" parTransId="{11E32BAA-4A06-9844-B381-3F8D7D686934}" sibTransId="{DE8B183B-7E7F-5749-9A67-A6C365A09A85}"/>
    <dgm:cxn modelId="{AA15AFB2-2C77-3142-AD36-8D6ED0CAACDE}" type="presOf" srcId="{04D5671A-AE7F-BD4E-9B86-A6A6425F59A8}" destId="{DC4C8257-9496-D04B-A26B-2200A3FFE3E7}" srcOrd="1" destOrd="0" presId="urn:microsoft.com/office/officeart/2005/8/layout/process5"/>
    <dgm:cxn modelId="{A56E20BA-CE81-3845-B63D-BDC1718CA0DA}" type="presOf" srcId="{F9BD6EF9-8382-F144-B9CD-FB838C6C03F9}" destId="{C234DD4B-5CB7-E549-AD0E-83532D584FCF}" srcOrd="0" destOrd="1" presId="urn:microsoft.com/office/officeart/2005/8/layout/process5"/>
    <dgm:cxn modelId="{B77E5BBC-E48A-9F44-93AA-F124CC378B7E}" type="presOf" srcId="{00735B98-C924-5743-B429-DBBBDEA50165}" destId="{680472FB-1DED-B043-9C18-8E9AFCBED6E9}" srcOrd="0" destOrd="0" presId="urn:microsoft.com/office/officeart/2005/8/layout/process5"/>
    <dgm:cxn modelId="{3DE395BD-2A5C-D449-AF86-99D3C112784F}" type="presOf" srcId="{748D4455-259E-4245-ADD2-8DDAC2A60773}" destId="{7060A806-1549-3F45-A072-7BB9691C2D8D}" srcOrd="1" destOrd="0" presId="urn:microsoft.com/office/officeart/2005/8/layout/process5"/>
    <dgm:cxn modelId="{871584CA-547D-DB48-94C4-0F86427D355B}" type="presOf" srcId="{63B03111-9832-1646-BDF4-5D9B749EF795}" destId="{B4D5E3D8-47D8-1A4C-9387-6DE60324DF6F}" srcOrd="0" destOrd="1" presId="urn:microsoft.com/office/officeart/2005/8/layout/process5"/>
    <dgm:cxn modelId="{7508F7CB-76FC-3043-811E-8A4CE7CBEBA3}" type="presOf" srcId="{60FEA49A-52E5-FB49-B9D7-919B8E8D64F4}" destId="{FBF1C564-B2B8-4C41-BE63-B8171F8EB76E}" srcOrd="0" destOrd="1" presId="urn:microsoft.com/office/officeart/2005/8/layout/process5"/>
    <dgm:cxn modelId="{A0E506CD-09B9-3549-9920-3C48F6D1CA55}" type="presOf" srcId="{69F25C00-F7E1-8B47-8544-B81240B6C7F2}" destId="{F11F753D-D453-BC4F-BACE-C4F8A11ECEA5}" srcOrd="0" destOrd="2" presId="urn:microsoft.com/office/officeart/2005/8/layout/process5"/>
    <dgm:cxn modelId="{8497B9D0-5691-E848-8EE3-C51BC656F8B1}" srcId="{E9FB0F4E-6967-3B44-A32F-E8B1C7AE98D5}" destId="{AE199458-77CF-8440-8970-F024006EA226}" srcOrd="4" destOrd="0" parTransId="{8FD87771-F4E1-DC47-B38A-8EDD08A5C725}" sibTransId="{89DBDFDC-5EB5-0B49-A8D0-DB22ECB982AF}"/>
    <dgm:cxn modelId="{445B7ADC-F7C5-5046-9BEE-3618E0EEE919}" srcId="{4F2509E8-87E6-2347-B926-EB9BDDECA6FD}" destId="{761579F4-10DF-F244-9532-25DEF4807D83}" srcOrd="2" destOrd="0" parTransId="{4C55FAFB-140B-EA49-9492-2DC8E373D8C0}" sibTransId="{3543ED0F-366F-8D44-8E9F-A843D81464D5}"/>
    <dgm:cxn modelId="{890194DD-304B-C447-9AF3-AFAE634C6D43}" srcId="{4F2509E8-87E6-2347-B926-EB9BDDECA6FD}" destId="{F9BD6EF9-8382-F144-B9CD-FB838C6C03F9}" srcOrd="0" destOrd="0" parTransId="{137D12B5-70FE-6847-BD89-CA99FC0D41AD}" sibTransId="{49EC0DFE-61E7-374D-A1BD-7617E9E9166B}"/>
    <dgm:cxn modelId="{2CEF06DE-6258-7440-8A8D-E90FA2F30839}" type="presOf" srcId="{4300FFA5-0FE1-0644-9B26-EF0EC29D2E58}" destId="{C225C079-1737-3742-99A0-0A7B593214FB}" srcOrd="0" destOrd="0" presId="urn:microsoft.com/office/officeart/2005/8/layout/process5"/>
    <dgm:cxn modelId="{A1CEA2E5-F1DD-EF48-A85B-4A04D4565509}" srcId="{E9FB0F4E-6967-3B44-A32F-E8B1C7AE98D5}" destId="{EB4866D8-1266-8945-89C4-F4CD4F9D8A6F}" srcOrd="3" destOrd="0" parTransId="{4276625C-E1F0-F840-90D6-CE76DDBB799C}" sibTransId="{206E47A8-99B6-484A-AD35-04DCB9238B9B}"/>
    <dgm:cxn modelId="{E7042CE6-A233-CB47-A6F5-D0D71F329C45}" srcId="{EB4866D8-1266-8945-89C4-F4CD4F9D8A6F}" destId="{471C43CE-832D-774D-BB7A-57512EFB5879}" srcOrd="2" destOrd="0" parTransId="{C2B9F4EE-A410-1B4C-9D53-DB22DB03D31F}" sibTransId="{DE50C641-CD08-A846-B7EB-02241BA70688}"/>
    <dgm:cxn modelId="{45F7F9E8-95D2-CA40-854F-9EFFBA8C51D6}" type="presOf" srcId="{206E47A8-99B6-484A-AD35-04DCB9238B9B}" destId="{5383FDA3-64FA-604A-8CAF-995772572DB0}" srcOrd="0" destOrd="0" presId="urn:microsoft.com/office/officeart/2005/8/layout/process5"/>
    <dgm:cxn modelId="{467F9BED-D392-3940-B061-1699282DB62A}" srcId="{E9FB0F4E-6967-3B44-A32F-E8B1C7AE98D5}" destId="{882FED25-8C48-F941-A0FE-6B2DFF5CD464}" srcOrd="5" destOrd="0" parTransId="{B419AD8C-EBD7-5443-9C93-E4B849DE07B6}" sibTransId="{030A6B87-CA32-C340-A552-365F7A05C57F}"/>
    <dgm:cxn modelId="{ACB3C1F8-AF17-F641-83DF-2B77AC2173F2}" type="presOf" srcId="{030A6B87-CA32-C340-A552-365F7A05C57F}" destId="{2E3787C8-BF17-C343-9F7D-55355502CEE3}" srcOrd="1" destOrd="0" presId="urn:microsoft.com/office/officeart/2005/8/layout/process5"/>
    <dgm:cxn modelId="{E57CD3FB-72DE-F644-89FB-39D8FB6599FA}" type="presOf" srcId="{00735B98-C924-5743-B429-DBBBDEA50165}" destId="{002AA36D-CAF6-0343-B244-6F6849B9EB75}" srcOrd="1" destOrd="0" presId="urn:microsoft.com/office/officeart/2005/8/layout/process5"/>
    <dgm:cxn modelId="{7F8A83C4-DF92-674F-9901-9E29B216E0A2}" type="presParOf" srcId="{CBF254FA-D4E0-B74E-A18D-AE53AEBD67CD}" destId="{B4D5E3D8-47D8-1A4C-9387-6DE60324DF6F}" srcOrd="0" destOrd="0" presId="urn:microsoft.com/office/officeart/2005/8/layout/process5"/>
    <dgm:cxn modelId="{A08B2B19-5656-5E46-BB58-7FE7B6C3A7C9}" type="presParOf" srcId="{CBF254FA-D4E0-B74E-A18D-AE53AEBD67CD}" destId="{A58869D2-B78E-DD40-ACB3-9F052F33CBCE}" srcOrd="1" destOrd="0" presId="urn:microsoft.com/office/officeart/2005/8/layout/process5"/>
    <dgm:cxn modelId="{C454612D-F0F0-E14D-8E48-86577D0681D6}" type="presParOf" srcId="{A58869D2-B78E-DD40-ACB3-9F052F33CBCE}" destId="{814C8FA7-CFA6-FA42-8BC8-CD119ED58623}" srcOrd="0" destOrd="0" presId="urn:microsoft.com/office/officeart/2005/8/layout/process5"/>
    <dgm:cxn modelId="{71DD84D1-0B88-C84F-AE6E-112D74268CE8}" type="presParOf" srcId="{CBF254FA-D4E0-B74E-A18D-AE53AEBD67CD}" destId="{C234DD4B-5CB7-E549-AD0E-83532D584FCF}" srcOrd="2" destOrd="0" presId="urn:microsoft.com/office/officeart/2005/8/layout/process5"/>
    <dgm:cxn modelId="{A6608B84-5BAF-A846-85DB-0D0B91E37986}" type="presParOf" srcId="{CBF254FA-D4E0-B74E-A18D-AE53AEBD67CD}" destId="{16C02E65-2210-C24E-8692-38A2A70EC148}" srcOrd="3" destOrd="0" presId="urn:microsoft.com/office/officeart/2005/8/layout/process5"/>
    <dgm:cxn modelId="{DDA86523-6C9F-E448-845B-0A42D6E12684}" type="presParOf" srcId="{16C02E65-2210-C24E-8692-38A2A70EC148}" destId="{7060A806-1549-3F45-A072-7BB9691C2D8D}" srcOrd="0" destOrd="0" presId="urn:microsoft.com/office/officeart/2005/8/layout/process5"/>
    <dgm:cxn modelId="{E512A88E-2481-0A4E-9C24-EB75ACF64300}" type="presParOf" srcId="{CBF254FA-D4E0-B74E-A18D-AE53AEBD67CD}" destId="{FBF1C564-B2B8-4C41-BE63-B8171F8EB76E}" srcOrd="4" destOrd="0" presId="urn:microsoft.com/office/officeart/2005/8/layout/process5"/>
    <dgm:cxn modelId="{9D8126B7-D264-0641-A0BE-EA0877F06B45}" type="presParOf" srcId="{CBF254FA-D4E0-B74E-A18D-AE53AEBD67CD}" destId="{680472FB-1DED-B043-9C18-8E9AFCBED6E9}" srcOrd="5" destOrd="0" presId="urn:microsoft.com/office/officeart/2005/8/layout/process5"/>
    <dgm:cxn modelId="{56198BEB-49F7-2C4B-8D22-8DBDD2B6C84D}" type="presParOf" srcId="{680472FB-1DED-B043-9C18-8E9AFCBED6E9}" destId="{002AA36D-CAF6-0343-B244-6F6849B9EB75}" srcOrd="0" destOrd="0" presId="urn:microsoft.com/office/officeart/2005/8/layout/process5"/>
    <dgm:cxn modelId="{5C2B0342-8FFD-164D-AD17-CD41A98EF156}" type="presParOf" srcId="{CBF254FA-D4E0-B74E-A18D-AE53AEBD67CD}" destId="{CC8F3904-974E-2647-9B88-B6062079D1ED}" srcOrd="6" destOrd="0" presId="urn:microsoft.com/office/officeart/2005/8/layout/process5"/>
    <dgm:cxn modelId="{9C15ACB1-1411-DD42-A865-934CA5C7156B}" type="presParOf" srcId="{CBF254FA-D4E0-B74E-A18D-AE53AEBD67CD}" destId="{5383FDA3-64FA-604A-8CAF-995772572DB0}" srcOrd="7" destOrd="0" presId="urn:microsoft.com/office/officeart/2005/8/layout/process5"/>
    <dgm:cxn modelId="{DC9BD835-FC77-4E4F-ACB0-CA983131FD0B}" type="presParOf" srcId="{5383FDA3-64FA-604A-8CAF-995772572DB0}" destId="{AC48ED73-8B05-6041-911E-F23E178815C4}" srcOrd="0" destOrd="0" presId="urn:microsoft.com/office/officeart/2005/8/layout/process5"/>
    <dgm:cxn modelId="{5C74A403-0B11-AF4B-9244-65D39232F884}" type="presParOf" srcId="{CBF254FA-D4E0-B74E-A18D-AE53AEBD67CD}" destId="{F11F753D-D453-BC4F-BACE-C4F8A11ECEA5}" srcOrd="8" destOrd="0" presId="urn:microsoft.com/office/officeart/2005/8/layout/process5"/>
    <dgm:cxn modelId="{485F9726-05AC-F441-8FE0-385E5B103E36}" type="presParOf" srcId="{CBF254FA-D4E0-B74E-A18D-AE53AEBD67CD}" destId="{F8E19199-589F-1946-8222-73EA4584121E}" srcOrd="9" destOrd="0" presId="urn:microsoft.com/office/officeart/2005/8/layout/process5"/>
    <dgm:cxn modelId="{678B64E3-BB14-9443-9C28-BAF379A94C2A}" type="presParOf" srcId="{F8E19199-589F-1946-8222-73EA4584121E}" destId="{1E3ABFF9-C6C0-0441-8FEA-3F98FEF0374E}" srcOrd="0" destOrd="0" presId="urn:microsoft.com/office/officeart/2005/8/layout/process5"/>
    <dgm:cxn modelId="{82332E0B-3DF2-A24D-BC83-2EBFB8E2E536}" type="presParOf" srcId="{CBF254FA-D4E0-B74E-A18D-AE53AEBD67CD}" destId="{529FCC09-4687-E147-80E8-2EB7609DC9CF}" srcOrd="10" destOrd="0" presId="urn:microsoft.com/office/officeart/2005/8/layout/process5"/>
    <dgm:cxn modelId="{84E727FC-8DF8-9948-B439-07C8E787C3A6}" type="presParOf" srcId="{CBF254FA-D4E0-B74E-A18D-AE53AEBD67CD}" destId="{5381123D-2C93-3241-8E06-B77D04CAE8EC}" srcOrd="11" destOrd="0" presId="urn:microsoft.com/office/officeart/2005/8/layout/process5"/>
    <dgm:cxn modelId="{782EF668-7538-6A4E-B319-8B048FFE4044}" type="presParOf" srcId="{5381123D-2C93-3241-8E06-B77D04CAE8EC}" destId="{2E3787C8-BF17-C343-9F7D-55355502CEE3}" srcOrd="0" destOrd="0" presId="urn:microsoft.com/office/officeart/2005/8/layout/process5"/>
    <dgm:cxn modelId="{6AEAA92D-C4D5-D643-8CD4-71C3C81BEC92}" type="presParOf" srcId="{CBF254FA-D4E0-B74E-A18D-AE53AEBD67CD}" destId="{1850AAD1-4903-FE47-A71D-0B73E666CD99}" srcOrd="12" destOrd="0" presId="urn:microsoft.com/office/officeart/2005/8/layout/process5"/>
    <dgm:cxn modelId="{063A4DBB-D75A-ED40-B0C7-C31F5B69AAC9}" type="presParOf" srcId="{CBF254FA-D4E0-B74E-A18D-AE53AEBD67CD}" destId="{D7CE2DAE-ABF0-9641-AE1A-0DB79AEBD84A}" srcOrd="13" destOrd="0" presId="urn:microsoft.com/office/officeart/2005/8/layout/process5"/>
    <dgm:cxn modelId="{0AD1E0B4-C417-0647-9C40-7D0AFD2699D0}" type="presParOf" srcId="{D7CE2DAE-ABF0-9641-AE1A-0DB79AEBD84A}" destId="{DC4C8257-9496-D04B-A26B-2200A3FFE3E7}" srcOrd="0" destOrd="0" presId="urn:microsoft.com/office/officeart/2005/8/layout/process5"/>
    <dgm:cxn modelId="{345AAA4E-7EE1-C44D-B312-3D470151EE07}" type="presParOf" srcId="{CBF254FA-D4E0-B74E-A18D-AE53AEBD67CD}" destId="{0538887E-FF31-324E-B401-E87E44AFF0AA}" srcOrd="14" destOrd="0" presId="urn:microsoft.com/office/officeart/2005/8/layout/process5"/>
    <dgm:cxn modelId="{274BBA1F-00C9-4243-B04B-070A035D8E9F}" type="presParOf" srcId="{CBF254FA-D4E0-B74E-A18D-AE53AEBD67CD}" destId="{92EB25B1-D4AE-754E-BD44-115E26D1FF80}" srcOrd="15" destOrd="0" presId="urn:microsoft.com/office/officeart/2005/8/layout/process5"/>
    <dgm:cxn modelId="{3F5A20A5-5E14-734D-BDC8-243E9B365827}" type="presParOf" srcId="{92EB25B1-D4AE-754E-BD44-115E26D1FF80}" destId="{B4D2AADB-2320-D741-9683-970A9AF56C3E}" srcOrd="0" destOrd="0" presId="urn:microsoft.com/office/officeart/2005/8/layout/process5"/>
    <dgm:cxn modelId="{9D22F929-339A-844D-9885-66AB1512A8AB}" type="presParOf" srcId="{CBF254FA-D4E0-B74E-A18D-AE53AEBD67CD}" destId="{C225C079-1737-3742-99A0-0A7B593214FB}" srcOrd="16" destOrd="0" presId="urn:microsoft.com/office/officeart/2005/8/layout/process5"/>
    <dgm:cxn modelId="{8E9D851C-5056-C849-9EBF-A78085CCC5D8}" type="presParOf" srcId="{CBF254FA-D4E0-B74E-A18D-AE53AEBD67CD}" destId="{C8297064-9915-AB4E-A9CB-FFEA8FC197B9}" srcOrd="17" destOrd="0" presId="urn:microsoft.com/office/officeart/2005/8/layout/process5"/>
    <dgm:cxn modelId="{94895D36-40FD-1046-B05E-C751DB16DF6D}" type="presParOf" srcId="{C8297064-9915-AB4E-A9CB-FFEA8FC197B9}" destId="{EDC8E22C-F874-6448-9DE8-54F7348385E0}" srcOrd="0" destOrd="0" presId="urn:microsoft.com/office/officeart/2005/8/layout/process5"/>
    <dgm:cxn modelId="{AEDD76F6-F2A2-594E-A0EE-C6571AC46FF2}" type="presParOf" srcId="{CBF254FA-D4E0-B74E-A18D-AE53AEBD67CD}" destId="{098F0226-B690-1B45-B506-7C933BFB7998}" srcOrd="18" destOrd="0" presId="urn:microsoft.com/office/officeart/2005/8/layout/process5"/>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4D5E3D8-47D8-1A4C-9387-6DE60324DF6F}">
      <dsp:nvSpPr>
        <dsp:cNvPr id="0" name=""/>
        <dsp:cNvSpPr/>
      </dsp:nvSpPr>
      <dsp:spPr>
        <a:xfrm>
          <a:off x="5175" y="487487"/>
          <a:ext cx="2262701" cy="1357621"/>
        </a:xfrm>
        <a:prstGeom prst="roundRect">
          <a:avLst>
            <a:gd name="adj" fmla="val 10000"/>
          </a:avLst>
        </a:prstGeom>
        <a:solidFill>
          <a:schemeClr val="tx1">
            <a:lumMod val="65000"/>
            <a:lumOff val="3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dirty="0"/>
            <a:t>Scope</a:t>
          </a:r>
        </a:p>
        <a:p>
          <a:pPr marL="114300" lvl="1" indent="-114300" algn="l" defTabSz="577850">
            <a:lnSpc>
              <a:spcPct val="90000"/>
            </a:lnSpc>
            <a:spcBef>
              <a:spcPct val="0"/>
            </a:spcBef>
            <a:spcAft>
              <a:spcPct val="15000"/>
            </a:spcAft>
            <a:buChar char="•"/>
          </a:pPr>
          <a:r>
            <a:rPr lang="en-US" sz="1300" kern="1200" dirty="0"/>
            <a:t>Goals, Actions, Data, Analysis, Ethics</a:t>
          </a:r>
        </a:p>
      </dsp:txBody>
      <dsp:txXfrm>
        <a:off x="44938" y="527250"/>
        <a:ext cx="2183175" cy="1278095"/>
      </dsp:txXfrm>
    </dsp:sp>
    <dsp:sp modelId="{A58869D2-B78E-DD40-ACB3-9F052F33CBCE}">
      <dsp:nvSpPr>
        <dsp:cNvPr id="0" name=""/>
        <dsp:cNvSpPr/>
      </dsp:nvSpPr>
      <dsp:spPr>
        <a:xfrm>
          <a:off x="2466994" y="885723"/>
          <a:ext cx="479692" cy="561150"/>
        </a:xfrm>
        <a:prstGeom prst="rightArrow">
          <a:avLst>
            <a:gd name="adj1" fmla="val 60000"/>
            <a:gd name="adj2" fmla="val 50000"/>
          </a:avLst>
        </a:prstGeom>
        <a:solidFill>
          <a:schemeClr val="bg2"/>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2466994" y="997953"/>
        <a:ext cx="335784" cy="336690"/>
      </dsp:txXfrm>
    </dsp:sp>
    <dsp:sp modelId="{C234DD4B-5CB7-E549-AD0E-83532D584FCF}">
      <dsp:nvSpPr>
        <dsp:cNvPr id="0" name=""/>
        <dsp:cNvSpPr/>
      </dsp:nvSpPr>
      <dsp:spPr>
        <a:xfrm>
          <a:off x="3172957" y="487487"/>
          <a:ext cx="2262701" cy="1357621"/>
        </a:xfrm>
        <a:prstGeom prst="roundRect">
          <a:avLst>
            <a:gd name="adj" fmla="val 10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dirty="0"/>
            <a:t>Data</a:t>
          </a:r>
        </a:p>
        <a:p>
          <a:pPr marL="114300" lvl="1" indent="-114300" algn="l" defTabSz="577850">
            <a:lnSpc>
              <a:spcPct val="90000"/>
            </a:lnSpc>
            <a:spcBef>
              <a:spcPct val="0"/>
            </a:spcBef>
            <a:spcAft>
              <a:spcPct val="15000"/>
            </a:spcAft>
            <a:buChar char="•"/>
          </a:pPr>
          <a:r>
            <a:rPr lang="en-US" sz="1300" kern="1200" dirty="0"/>
            <a:t>Get Data</a:t>
          </a:r>
        </a:p>
        <a:p>
          <a:pPr marL="114300" lvl="1" indent="-114300" algn="l" defTabSz="577850">
            <a:lnSpc>
              <a:spcPct val="90000"/>
            </a:lnSpc>
            <a:spcBef>
              <a:spcPct val="0"/>
            </a:spcBef>
            <a:spcAft>
              <a:spcPct val="15000"/>
            </a:spcAft>
            <a:buChar char="•"/>
          </a:pPr>
          <a:r>
            <a:rPr lang="en-US" sz="1300" kern="1200" dirty="0"/>
            <a:t>Store Data</a:t>
          </a:r>
        </a:p>
        <a:p>
          <a:pPr marL="114300" lvl="1" indent="-114300" algn="l" defTabSz="577850">
            <a:lnSpc>
              <a:spcPct val="90000"/>
            </a:lnSpc>
            <a:spcBef>
              <a:spcPct val="0"/>
            </a:spcBef>
            <a:spcAft>
              <a:spcPct val="15000"/>
            </a:spcAft>
            <a:buChar char="•"/>
          </a:pPr>
          <a:r>
            <a:rPr lang="en-US" sz="1300" kern="1200" dirty="0"/>
            <a:t>Link Data</a:t>
          </a:r>
        </a:p>
      </dsp:txBody>
      <dsp:txXfrm>
        <a:off x="3212720" y="527250"/>
        <a:ext cx="2183175" cy="1278095"/>
      </dsp:txXfrm>
    </dsp:sp>
    <dsp:sp modelId="{16C02E65-2210-C24E-8692-38A2A70EC148}">
      <dsp:nvSpPr>
        <dsp:cNvPr id="0" name=""/>
        <dsp:cNvSpPr/>
      </dsp:nvSpPr>
      <dsp:spPr>
        <a:xfrm>
          <a:off x="5634777" y="885723"/>
          <a:ext cx="479692" cy="56115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5634777" y="997953"/>
        <a:ext cx="335784" cy="336690"/>
      </dsp:txXfrm>
    </dsp:sp>
    <dsp:sp modelId="{FBF1C564-B2B8-4C41-BE63-B8171F8EB76E}">
      <dsp:nvSpPr>
        <dsp:cNvPr id="0" name=""/>
        <dsp:cNvSpPr/>
      </dsp:nvSpPr>
      <dsp:spPr>
        <a:xfrm>
          <a:off x="6340740" y="487487"/>
          <a:ext cx="2262701" cy="1357621"/>
        </a:xfrm>
        <a:prstGeom prst="roundRect">
          <a:avLst>
            <a:gd name="adj" fmla="val 10000"/>
          </a:avLst>
        </a:prstGeom>
        <a:solidFill>
          <a:schemeClr val="accent6">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dirty="0"/>
            <a:t>Exploration</a:t>
          </a:r>
        </a:p>
        <a:p>
          <a:pPr marL="114300" lvl="1" indent="-114300" algn="l" defTabSz="577850">
            <a:lnSpc>
              <a:spcPct val="90000"/>
            </a:lnSpc>
            <a:spcBef>
              <a:spcPct val="0"/>
            </a:spcBef>
            <a:spcAft>
              <a:spcPct val="15000"/>
            </a:spcAft>
            <a:buChar char="•"/>
          </a:pPr>
          <a:r>
            <a:rPr lang="en-US" sz="1300" kern="1200" dirty="0"/>
            <a:t>Entities</a:t>
          </a:r>
        </a:p>
        <a:p>
          <a:pPr marL="114300" lvl="1" indent="-114300" algn="l" defTabSz="577850">
            <a:lnSpc>
              <a:spcPct val="90000"/>
            </a:lnSpc>
            <a:spcBef>
              <a:spcPct val="0"/>
            </a:spcBef>
            <a:spcAft>
              <a:spcPct val="15000"/>
            </a:spcAft>
            <a:buChar char="•"/>
          </a:pPr>
          <a:r>
            <a:rPr lang="en-US" sz="1300" kern="1200" dirty="0"/>
            <a:t>temporal</a:t>
          </a:r>
        </a:p>
        <a:p>
          <a:pPr marL="114300" lvl="1" indent="-114300" algn="l" defTabSz="577850">
            <a:lnSpc>
              <a:spcPct val="90000"/>
            </a:lnSpc>
            <a:spcBef>
              <a:spcPct val="0"/>
            </a:spcBef>
            <a:spcAft>
              <a:spcPct val="15000"/>
            </a:spcAft>
            <a:buChar char="•"/>
          </a:pPr>
          <a:r>
            <a:rPr lang="en-US" sz="1300" kern="1200" dirty="0"/>
            <a:t>Spatial</a:t>
          </a:r>
        </a:p>
        <a:p>
          <a:pPr marL="114300" lvl="1" indent="-114300" algn="l" defTabSz="577850">
            <a:lnSpc>
              <a:spcPct val="90000"/>
            </a:lnSpc>
            <a:spcBef>
              <a:spcPct val="0"/>
            </a:spcBef>
            <a:spcAft>
              <a:spcPct val="15000"/>
            </a:spcAft>
            <a:buChar char="•"/>
          </a:pPr>
          <a:r>
            <a:rPr lang="en-US" sz="1300" kern="1200" dirty="0"/>
            <a:t>…</a:t>
          </a:r>
        </a:p>
      </dsp:txBody>
      <dsp:txXfrm>
        <a:off x="6380503" y="527250"/>
        <a:ext cx="2183175" cy="1278095"/>
      </dsp:txXfrm>
    </dsp:sp>
    <dsp:sp modelId="{680472FB-1DED-B043-9C18-8E9AFCBED6E9}">
      <dsp:nvSpPr>
        <dsp:cNvPr id="0" name=""/>
        <dsp:cNvSpPr/>
      </dsp:nvSpPr>
      <dsp:spPr>
        <a:xfrm>
          <a:off x="8802559" y="885723"/>
          <a:ext cx="479692" cy="561150"/>
        </a:xfrm>
        <a:prstGeom prst="rightArrow">
          <a:avLst>
            <a:gd name="adj1" fmla="val 60000"/>
            <a:gd name="adj2" fmla="val 50000"/>
          </a:avLst>
        </a:prstGeom>
        <a:solidFill>
          <a:schemeClr val="accent6">
            <a:lumMod val="5000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8802559" y="997953"/>
        <a:ext cx="335784" cy="336690"/>
      </dsp:txXfrm>
    </dsp:sp>
    <dsp:sp modelId="{CC8F3904-974E-2647-9B88-B6062079D1ED}">
      <dsp:nvSpPr>
        <dsp:cNvPr id="0" name=""/>
        <dsp:cNvSpPr/>
      </dsp:nvSpPr>
      <dsp:spPr>
        <a:xfrm>
          <a:off x="9508522" y="487487"/>
          <a:ext cx="2262701" cy="1357621"/>
        </a:xfrm>
        <a:prstGeom prst="roundRect">
          <a:avLst>
            <a:gd name="adj" fmla="val 1000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dirty="0"/>
            <a:t>Modeling</a:t>
          </a:r>
        </a:p>
        <a:p>
          <a:pPr marL="114300" lvl="1" indent="-114300" algn="l" defTabSz="577850">
            <a:lnSpc>
              <a:spcPct val="90000"/>
            </a:lnSpc>
            <a:spcBef>
              <a:spcPct val="0"/>
            </a:spcBef>
            <a:spcAft>
              <a:spcPct val="15000"/>
            </a:spcAft>
            <a:buChar char="•"/>
          </a:pPr>
          <a:r>
            <a:rPr lang="en-US" sz="1300" kern="1200" dirty="0"/>
            <a:t>Rows</a:t>
          </a:r>
        </a:p>
        <a:p>
          <a:pPr marL="114300" lvl="1" indent="-114300" algn="l" defTabSz="577850">
            <a:lnSpc>
              <a:spcPct val="90000"/>
            </a:lnSpc>
            <a:spcBef>
              <a:spcPct val="0"/>
            </a:spcBef>
            <a:spcAft>
              <a:spcPct val="15000"/>
            </a:spcAft>
            <a:buChar char="•"/>
          </a:pPr>
          <a:r>
            <a:rPr lang="en-US" sz="1300" kern="1200" dirty="0"/>
            <a:t>Labels</a:t>
          </a:r>
        </a:p>
        <a:p>
          <a:pPr marL="114300" lvl="1" indent="-114300" algn="l" defTabSz="577850">
            <a:lnSpc>
              <a:spcPct val="90000"/>
            </a:lnSpc>
            <a:spcBef>
              <a:spcPct val="0"/>
            </a:spcBef>
            <a:spcAft>
              <a:spcPct val="15000"/>
            </a:spcAft>
            <a:buChar char="•"/>
          </a:pPr>
          <a:r>
            <a:rPr lang="en-US" sz="1300" kern="1200" dirty="0"/>
            <a:t>Features</a:t>
          </a:r>
        </a:p>
        <a:p>
          <a:pPr marL="114300" lvl="1" indent="-114300" algn="l" defTabSz="577850">
            <a:lnSpc>
              <a:spcPct val="90000"/>
            </a:lnSpc>
            <a:spcBef>
              <a:spcPct val="0"/>
            </a:spcBef>
            <a:spcAft>
              <a:spcPct val="15000"/>
            </a:spcAft>
            <a:buChar char="•"/>
          </a:pPr>
          <a:r>
            <a:rPr lang="en-US" sz="1300" kern="1200" dirty="0"/>
            <a:t>Models</a:t>
          </a:r>
        </a:p>
      </dsp:txBody>
      <dsp:txXfrm>
        <a:off x="9548285" y="527250"/>
        <a:ext cx="2183175" cy="1278095"/>
      </dsp:txXfrm>
    </dsp:sp>
    <dsp:sp modelId="{5383FDA3-64FA-604A-8CAF-995772572DB0}">
      <dsp:nvSpPr>
        <dsp:cNvPr id="0" name=""/>
        <dsp:cNvSpPr/>
      </dsp:nvSpPr>
      <dsp:spPr>
        <a:xfrm rot="5400000">
          <a:off x="10400027" y="2003497"/>
          <a:ext cx="479692" cy="561150"/>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10471528" y="2044226"/>
        <a:ext cx="336690" cy="335784"/>
      </dsp:txXfrm>
    </dsp:sp>
    <dsp:sp modelId="{F11F753D-D453-BC4F-BACE-C4F8A11ECEA5}">
      <dsp:nvSpPr>
        <dsp:cNvPr id="0" name=""/>
        <dsp:cNvSpPr/>
      </dsp:nvSpPr>
      <dsp:spPr>
        <a:xfrm>
          <a:off x="9508522" y="2750189"/>
          <a:ext cx="2262701" cy="1357621"/>
        </a:xfrm>
        <a:prstGeom prst="roundRect">
          <a:avLst>
            <a:gd name="adj" fmla="val 10000"/>
          </a:avLst>
        </a:prstGeom>
        <a:solidFill>
          <a:srgbClr val="00B0F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dirty="0"/>
            <a:t>Model Selection</a:t>
          </a:r>
        </a:p>
        <a:p>
          <a:pPr marL="114300" lvl="1" indent="-114300" algn="l" defTabSz="577850">
            <a:lnSpc>
              <a:spcPct val="90000"/>
            </a:lnSpc>
            <a:spcBef>
              <a:spcPct val="0"/>
            </a:spcBef>
            <a:spcAft>
              <a:spcPct val="15000"/>
            </a:spcAft>
            <a:buChar char="•"/>
          </a:pPr>
          <a:r>
            <a:rPr lang="en-US" sz="1300" kern="1200" dirty="0"/>
            <a:t>Train-Test Splits</a:t>
          </a:r>
        </a:p>
        <a:p>
          <a:pPr marL="114300" lvl="1" indent="-114300" algn="l" defTabSz="577850">
            <a:lnSpc>
              <a:spcPct val="90000"/>
            </a:lnSpc>
            <a:spcBef>
              <a:spcPct val="0"/>
            </a:spcBef>
            <a:spcAft>
              <a:spcPct val="15000"/>
            </a:spcAft>
            <a:buChar char="•"/>
          </a:pPr>
          <a:r>
            <a:rPr lang="en-US" sz="1300" kern="1200" dirty="0"/>
            <a:t>Performance Metrics</a:t>
          </a:r>
        </a:p>
      </dsp:txBody>
      <dsp:txXfrm>
        <a:off x="9548285" y="2789952"/>
        <a:ext cx="2183175" cy="1278095"/>
      </dsp:txXfrm>
    </dsp:sp>
    <dsp:sp modelId="{F8E19199-589F-1946-8222-73EA4584121E}">
      <dsp:nvSpPr>
        <dsp:cNvPr id="0" name=""/>
        <dsp:cNvSpPr/>
      </dsp:nvSpPr>
      <dsp:spPr>
        <a:xfrm rot="10800000">
          <a:off x="8829712" y="3148424"/>
          <a:ext cx="479692" cy="561150"/>
        </a:xfrm>
        <a:prstGeom prst="rightArrow">
          <a:avLst>
            <a:gd name="adj1" fmla="val 60000"/>
            <a:gd name="adj2" fmla="val 50000"/>
          </a:avLst>
        </a:prstGeom>
        <a:solidFill>
          <a:srgbClr val="00B0F0"/>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10800000">
        <a:off x="8973620" y="3260654"/>
        <a:ext cx="335784" cy="336690"/>
      </dsp:txXfrm>
    </dsp:sp>
    <dsp:sp modelId="{529FCC09-4687-E147-80E8-2EB7609DC9CF}">
      <dsp:nvSpPr>
        <dsp:cNvPr id="0" name=""/>
        <dsp:cNvSpPr/>
      </dsp:nvSpPr>
      <dsp:spPr>
        <a:xfrm>
          <a:off x="6340740" y="2750189"/>
          <a:ext cx="2262701" cy="1357621"/>
        </a:xfrm>
        <a:prstGeom prst="roundRect">
          <a:avLst>
            <a:gd name="adj" fmla="val 10000"/>
          </a:avLst>
        </a:prstGeom>
        <a:solidFill>
          <a:schemeClr val="tx1">
            <a:lumMod val="65000"/>
            <a:lumOff val="3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Model Interpretation</a:t>
          </a:r>
        </a:p>
      </dsp:txBody>
      <dsp:txXfrm>
        <a:off x="6380503" y="2789952"/>
        <a:ext cx="2183175" cy="1278095"/>
      </dsp:txXfrm>
    </dsp:sp>
    <dsp:sp modelId="{5381123D-2C93-3241-8E06-B77D04CAE8EC}">
      <dsp:nvSpPr>
        <dsp:cNvPr id="0" name=""/>
        <dsp:cNvSpPr/>
      </dsp:nvSpPr>
      <dsp:spPr>
        <a:xfrm rot="10800000">
          <a:off x="5661929" y="3148424"/>
          <a:ext cx="479692" cy="561150"/>
        </a:xfrm>
        <a:prstGeom prst="rightArrow">
          <a:avLst>
            <a:gd name="adj1" fmla="val 60000"/>
            <a:gd name="adj2" fmla="val 50000"/>
          </a:avLst>
        </a:prstGeom>
        <a:solidFill>
          <a:schemeClr val="bg2"/>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10800000">
        <a:off x="5805837" y="3260654"/>
        <a:ext cx="335784" cy="336690"/>
      </dsp:txXfrm>
    </dsp:sp>
    <dsp:sp modelId="{1850AAD1-4903-FE47-A71D-0B73E666CD99}">
      <dsp:nvSpPr>
        <dsp:cNvPr id="0" name=""/>
        <dsp:cNvSpPr/>
      </dsp:nvSpPr>
      <dsp:spPr>
        <a:xfrm>
          <a:off x="3172957" y="2750189"/>
          <a:ext cx="2262701" cy="1357621"/>
        </a:xfrm>
        <a:prstGeom prst="roundRect">
          <a:avLst>
            <a:gd name="adj" fmla="val 10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Dealing with Bias and Fairness</a:t>
          </a:r>
        </a:p>
      </dsp:txBody>
      <dsp:txXfrm>
        <a:off x="3212720" y="2789952"/>
        <a:ext cx="2183175" cy="1278095"/>
      </dsp:txXfrm>
    </dsp:sp>
    <dsp:sp modelId="{D7CE2DAE-ABF0-9641-AE1A-0DB79AEBD84A}">
      <dsp:nvSpPr>
        <dsp:cNvPr id="0" name=""/>
        <dsp:cNvSpPr/>
      </dsp:nvSpPr>
      <dsp:spPr>
        <a:xfrm rot="10800000">
          <a:off x="2494147" y="3148424"/>
          <a:ext cx="479692" cy="56115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10800000">
        <a:off x="2638055" y="3260654"/>
        <a:ext cx="335784" cy="336690"/>
      </dsp:txXfrm>
    </dsp:sp>
    <dsp:sp modelId="{0538887E-FF31-324E-B401-E87E44AFF0AA}">
      <dsp:nvSpPr>
        <dsp:cNvPr id="0" name=""/>
        <dsp:cNvSpPr/>
      </dsp:nvSpPr>
      <dsp:spPr>
        <a:xfrm>
          <a:off x="5175" y="2750189"/>
          <a:ext cx="2262701" cy="1357621"/>
        </a:xfrm>
        <a:prstGeom prst="roundRect">
          <a:avLst>
            <a:gd name="adj" fmla="val 10000"/>
          </a:avLst>
        </a:prstGeom>
        <a:solidFill>
          <a:schemeClr val="accent6">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Field Trial Design</a:t>
          </a:r>
        </a:p>
      </dsp:txBody>
      <dsp:txXfrm>
        <a:off x="44938" y="2789952"/>
        <a:ext cx="2183175" cy="1278095"/>
      </dsp:txXfrm>
    </dsp:sp>
    <dsp:sp modelId="{92EB25B1-D4AE-754E-BD44-115E26D1FF80}">
      <dsp:nvSpPr>
        <dsp:cNvPr id="0" name=""/>
        <dsp:cNvSpPr/>
      </dsp:nvSpPr>
      <dsp:spPr>
        <a:xfrm rot="5400000">
          <a:off x="896679" y="4266199"/>
          <a:ext cx="479692" cy="561150"/>
        </a:xfrm>
        <a:prstGeom prst="rightArrow">
          <a:avLst>
            <a:gd name="adj1" fmla="val 60000"/>
            <a:gd name="adj2" fmla="val 50000"/>
          </a:avLst>
        </a:prstGeom>
        <a:solidFill>
          <a:schemeClr val="accent6">
            <a:lumMod val="5000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968180" y="4306928"/>
        <a:ext cx="336690" cy="335784"/>
      </dsp:txXfrm>
    </dsp:sp>
    <dsp:sp modelId="{C225C079-1737-3742-99A0-0A7B593214FB}">
      <dsp:nvSpPr>
        <dsp:cNvPr id="0" name=""/>
        <dsp:cNvSpPr/>
      </dsp:nvSpPr>
      <dsp:spPr>
        <a:xfrm>
          <a:off x="5175" y="5012891"/>
          <a:ext cx="2262701" cy="1357621"/>
        </a:xfrm>
        <a:prstGeom prst="roundRect">
          <a:avLst>
            <a:gd name="adj" fmla="val 1000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Deployment</a:t>
          </a:r>
        </a:p>
      </dsp:txBody>
      <dsp:txXfrm>
        <a:off x="44938" y="5052654"/>
        <a:ext cx="2183175" cy="1278095"/>
      </dsp:txXfrm>
    </dsp:sp>
    <dsp:sp modelId="{C8297064-9915-AB4E-A9CB-FFEA8FC197B9}">
      <dsp:nvSpPr>
        <dsp:cNvPr id="0" name=""/>
        <dsp:cNvSpPr/>
      </dsp:nvSpPr>
      <dsp:spPr>
        <a:xfrm>
          <a:off x="2466994" y="5411126"/>
          <a:ext cx="479692" cy="561150"/>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2466994" y="5523356"/>
        <a:ext cx="335784" cy="336690"/>
      </dsp:txXfrm>
    </dsp:sp>
    <dsp:sp modelId="{098F0226-B690-1B45-B506-7C933BFB7998}">
      <dsp:nvSpPr>
        <dsp:cNvPr id="0" name=""/>
        <dsp:cNvSpPr/>
      </dsp:nvSpPr>
      <dsp:spPr>
        <a:xfrm>
          <a:off x="3172957" y="5012891"/>
          <a:ext cx="2262701" cy="1357621"/>
        </a:xfrm>
        <a:prstGeom prst="roundRect">
          <a:avLst>
            <a:gd name="adj" fmla="val 10000"/>
          </a:avLst>
        </a:prstGeom>
        <a:solidFill>
          <a:srgbClr val="00B0F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Monitoring</a:t>
          </a:r>
        </a:p>
      </dsp:txBody>
      <dsp:txXfrm>
        <a:off x="3212720" y="5052654"/>
        <a:ext cx="2183175" cy="1278095"/>
      </dsp:txXfrm>
    </dsp:sp>
  </dsp:spTree>
</dsp:drawing>
</file>

<file path=ppt/diagrams/layout1.xml><?xml version="1.0" encoding="utf-8"?>
<dgm:layoutDef xmlns:dgm="http://schemas.openxmlformats.org/drawingml/2006/diagram" xmlns:a="http://schemas.openxmlformats.org/drawingml/2006/main" uniqueId="urn:microsoft.com/office/officeart/2005/8/layout/process5">
  <dgm:title val=""/>
  <dgm:desc val=""/>
  <dgm:catLst>
    <dgm:cat type="process" pri="17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self" func="var" arg="dir" op="equ" val="norm">
        <dgm:alg type="snake">
          <dgm:param type="grDir" val="tL"/>
          <dgm:param type="flowDir" val="row"/>
          <dgm:param type="contDir" val="revDir"/>
          <dgm:param type="bkpt" val="endCnv"/>
        </dgm:alg>
      </dgm:if>
      <dgm:else name="Name2">
        <dgm:alg type="snake">
          <dgm:param type="grDir" val="tR"/>
          <dgm:param type="flowDir" val="row"/>
          <dgm:param type="contDir" val="rev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4"/>
      <dgm:constr type="sp" refType="w" refFor="ch" refForName="sibTrans"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docs.google.com/document/d/1AGXQTwd9A0AOiaIzJhi85BSFgaku5lxrqiwMpmpfxQw/edit"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7" name="Google Shape;67;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sz="1200" dirty="0">
                <a:solidFill>
                  <a:srgbClr val="0070C0"/>
                </a:solidFill>
                <a:hlinkClick r:id="rId3">
                  <a:extLst>
                    <a:ext uri="{A12FA001-AC4F-418D-AE19-62706E023703}">
                      <ahyp:hlinkClr xmlns:ahyp="http://schemas.microsoft.com/office/drawing/2018/hyperlinkcolor" val="tx"/>
                    </a:ext>
                  </a:extLst>
                </a:hlinkClick>
              </a:rPr>
              <a:t>https://docs.google.com/document/d/1AGXQTwd9A0AOiaIzJhi85BSFgaku5lxrqiwMpmpfxQw/edit#</a:t>
            </a:r>
            <a:endParaRPr lang="en-US" sz="1200" dirty="0">
              <a:solidFill>
                <a:srgbClr val="0070C0"/>
              </a:solidFill>
            </a:endParaRPr>
          </a:p>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9</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3968909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
        <p:cNvGrpSpPr/>
        <p:nvPr/>
      </p:nvGrpSpPr>
      <p:grpSpPr>
        <a:xfrm>
          <a:off x="0" y="0"/>
          <a:ext cx="0" cy="0"/>
          <a:chOff x="0" y="0"/>
          <a:chExt cx="0" cy="0"/>
        </a:xfrm>
      </p:grpSpPr>
      <p:sp>
        <p:nvSpPr>
          <p:cNvPr id="14" name="Google Shape;14;g6dad9273e7_0_4"/>
          <p:cNvSpPr txBox="1">
            <a:spLocks noGrp="1"/>
          </p:cNvSpPr>
          <p:nvPr>
            <p:ph type="ctrTitle"/>
          </p:nvPr>
        </p:nvSpPr>
        <p:spPr>
          <a:xfrm>
            <a:off x="415611" y="992767"/>
            <a:ext cx="11360700" cy="2736900"/>
          </a:xfrm>
          <a:prstGeom prst="rect">
            <a:avLst/>
          </a:prstGeom>
        </p:spPr>
        <p:txBody>
          <a:bodyPr spcFirstLastPara="1" wrap="square" lIns="121900" tIns="121900" rIns="121900" bIns="121900" anchor="b" anchorCtr="0">
            <a:noAutofit/>
          </a:bodyPr>
          <a:lstStyle>
            <a:lvl1pPr lvl="0" algn="ctr">
              <a:spcBef>
                <a:spcPts val="0"/>
              </a:spcBef>
              <a:spcAft>
                <a:spcPts val="0"/>
              </a:spcAft>
              <a:buSzPts val="6900"/>
              <a:buNone/>
              <a:defRPr sz="6900"/>
            </a:lvl1pPr>
            <a:lvl2pPr lvl="1" algn="ctr">
              <a:spcBef>
                <a:spcPts val="0"/>
              </a:spcBef>
              <a:spcAft>
                <a:spcPts val="0"/>
              </a:spcAft>
              <a:buSzPts val="6900"/>
              <a:buNone/>
              <a:defRPr sz="6900"/>
            </a:lvl2pPr>
            <a:lvl3pPr lvl="2" algn="ctr">
              <a:spcBef>
                <a:spcPts val="0"/>
              </a:spcBef>
              <a:spcAft>
                <a:spcPts val="0"/>
              </a:spcAft>
              <a:buSzPts val="6900"/>
              <a:buNone/>
              <a:defRPr sz="6900"/>
            </a:lvl3pPr>
            <a:lvl4pPr lvl="3" algn="ctr">
              <a:spcBef>
                <a:spcPts val="0"/>
              </a:spcBef>
              <a:spcAft>
                <a:spcPts val="0"/>
              </a:spcAft>
              <a:buSzPts val="6900"/>
              <a:buNone/>
              <a:defRPr sz="6900"/>
            </a:lvl4pPr>
            <a:lvl5pPr lvl="4" algn="ctr">
              <a:spcBef>
                <a:spcPts val="0"/>
              </a:spcBef>
              <a:spcAft>
                <a:spcPts val="0"/>
              </a:spcAft>
              <a:buSzPts val="6900"/>
              <a:buNone/>
              <a:defRPr sz="6900"/>
            </a:lvl5pPr>
            <a:lvl6pPr lvl="5" algn="ctr">
              <a:spcBef>
                <a:spcPts val="0"/>
              </a:spcBef>
              <a:spcAft>
                <a:spcPts val="0"/>
              </a:spcAft>
              <a:buSzPts val="6900"/>
              <a:buNone/>
              <a:defRPr sz="6900"/>
            </a:lvl6pPr>
            <a:lvl7pPr lvl="6" algn="ctr">
              <a:spcBef>
                <a:spcPts val="0"/>
              </a:spcBef>
              <a:spcAft>
                <a:spcPts val="0"/>
              </a:spcAft>
              <a:buSzPts val="6900"/>
              <a:buNone/>
              <a:defRPr sz="6900"/>
            </a:lvl7pPr>
            <a:lvl8pPr lvl="7" algn="ctr">
              <a:spcBef>
                <a:spcPts val="0"/>
              </a:spcBef>
              <a:spcAft>
                <a:spcPts val="0"/>
              </a:spcAft>
              <a:buSzPts val="6900"/>
              <a:buNone/>
              <a:defRPr sz="6900"/>
            </a:lvl8pPr>
            <a:lvl9pPr lvl="8" algn="ctr">
              <a:spcBef>
                <a:spcPts val="0"/>
              </a:spcBef>
              <a:spcAft>
                <a:spcPts val="0"/>
              </a:spcAft>
              <a:buSzPts val="6900"/>
              <a:buNone/>
              <a:defRPr sz="6900"/>
            </a:lvl9pPr>
          </a:lstStyle>
          <a:p>
            <a:endParaRPr/>
          </a:p>
        </p:txBody>
      </p:sp>
      <p:sp>
        <p:nvSpPr>
          <p:cNvPr id="15" name="Google Shape;15;g6dad9273e7_0_4"/>
          <p:cNvSpPr txBox="1">
            <a:spLocks noGrp="1"/>
          </p:cNvSpPr>
          <p:nvPr>
            <p:ph type="subTitle" idx="1"/>
          </p:nvPr>
        </p:nvSpPr>
        <p:spPr>
          <a:xfrm>
            <a:off x="415600" y="3778833"/>
            <a:ext cx="11360700" cy="1056900"/>
          </a:xfrm>
          <a:prstGeom prst="rect">
            <a:avLst/>
          </a:prstGeom>
        </p:spPr>
        <p:txBody>
          <a:bodyPr spcFirstLastPara="1" wrap="square" lIns="121900" tIns="121900" rIns="121900" bIns="121900" anchor="t" anchorCtr="0">
            <a:noAutofit/>
          </a:bodyPr>
          <a:lstStyle>
            <a:lvl1pPr lvl="0" algn="ctr">
              <a:lnSpc>
                <a:spcPct val="100000"/>
              </a:lnSpc>
              <a:spcBef>
                <a:spcPts val="0"/>
              </a:spcBef>
              <a:spcAft>
                <a:spcPts val="0"/>
              </a:spcAft>
              <a:buSzPts val="3700"/>
              <a:buNone/>
              <a:defRPr sz="3700"/>
            </a:lvl1pPr>
            <a:lvl2pPr lvl="1" algn="ctr">
              <a:lnSpc>
                <a:spcPct val="100000"/>
              </a:lnSpc>
              <a:spcBef>
                <a:spcPts val="0"/>
              </a:spcBef>
              <a:spcAft>
                <a:spcPts val="0"/>
              </a:spcAft>
              <a:buSzPts val="3700"/>
              <a:buNone/>
              <a:defRPr sz="3700"/>
            </a:lvl2pPr>
            <a:lvl3pPr lvl="2" algn="ctr">
              <a:lnSpc>
                <a:spcPct val="100000"/>
              </a:lnSpc>
              <a:spcBef>
                <a:spcPts val="0"/>
              </a:spcBef>
              <a:spcAft>
                <a:spcPts val="0"/>
              </a:spcAft>
              <a:buSzPts val="3700"/>
              <a:buNone/>
              <a:defRPr sz="3700"/>
            </a:lvl3pPr>
            <a:lvl4pPr lvl="3" algn="ctr">
              <a:lnSpc>
                <a:spcPct val="100000"/>
              </a:lnSpc>
              <a:spcBef>
                <a:spcPts val="0"/>
              </a:spcBef>
              <a:spcAft>
                <a:spcPts val="0"/>
              </a:spcAft>
              <a:buSzPts val="3700"/>
              <a:buNone/>
              <a:defRPr sz="3700"/>
            </a:lvl4pPr>
            <a:lvl5pPr lvl="4" algn="ctr">
              <a:lnSpc>
                <a:spcPct val="100000"/>
              </a:lnSpc>
              <a:spcBef>
                <a:spcPts val="0"/>
              </a:spcBef>
              <a:spcAft>
                <a:spcPts val="0"/>
              </a:spcAft>
              <a:buSzPts val="3700"/>
              <a:buNone/>
              <a:defRPr sz="3700"/>
            </a:lvl5pPr>
            <a:lvl6pPr lvl="5" algn="ctr">
              <a:lnSpc>
                <a:spcPct val="100000"/>
              </a:lnSpc>
              <a:spcBef>
                <a:spcPts val="0"/>
              </a:spcBef>
              <a:spcAft>
                <a:spcPts val="0"/>
              </a:spcAft>
              <a:buSzPts val="3700"/>
              <a:buNone/>
              <a:defRPr sz="3700"/>
            </a:lvl6pPr>
            <a:lvl7pPr lvl="6" algn="ctr">
              <a:lnSpc>
                <a:spcPct val="100000"/>
              </a:lnSpc>
              <a:spcBef>
                <a:spcPts val="0"/>
              </a:spcBef>
              <a:spcAft>
                <a:spcPts val="0"/>
              </a:spcAft>
              <a:buSzPts val="3700"/>
              <a:buNone/>
              <a:defRPr sz="3700"/>
            </a:lvl7pPr>
            <a:lvl8pPr lvl="7" algn="ctr">
              <a:lnSpc>
                <a:spcPct val="100000"/>
              </a:lnSpc>
              <a:spcBef>
                <a:spcPts val="0"/>
              </a:spcBef>
              <a:spcAft>
                <a:spcPts val="0"/>
              </a:spcAft>
              <a:buSzPts val="3700"/>
              <a:buNone/>
              <a:defRPr sz="3700"/>
            </a:lvl8pPr>
            <a:lvl9pPr lvl="8" algn="ctr">
              <a:lnSpc>
                <a:spcPct val="100000"/>
              </a:lnSpc>
              <a:spcBef>
                <a:spcPts val="0"/>
              </a:spcBef>
              <a:spcAft>
                <a:spcPts val="0"/>
              </a:spcAft>
              <a:buSzPts val="3700"/>
              <a:buNone/>
              <a:defRPr sz="3700"/>
            </a:lvl9pPr>
          </a:lstStyle>
          <a:p>
            <a:endParaRPr/>
          </a:p>
        </p:txBody>
      </p:sp>
      <p:sp>
        <p:nvSpPr>
          <p:cNvPr id="16" name="Google Shape;16;g6dad9273e7_0_4"/>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7"/>
        <p:cNvGrpSpPr/>
        <p:nvPr/>
      </p:nvGrpSpPr>
      <p:grpSpPr>
        <a:xfrm>
          <a:off x="0" y="0"/>
          <a:ext cx="0" cy="0"/>
          <a:chOff x="0" y="0"/>
          <a:chExt cx="0" cy="0"/>
        </a:xfrm>
      </p:grpSpPr>
      <p:sp>
        <p:nvSpPr>
          <p:cNvPr id="18" name="Google Shape;18;g6dad9273e7_0_8"/>
          <p:cNvSpPr txBox="1">
            <a:spLocks noGrp="1"/>
          </p:cNvSpPr>
          <p:nvPr>
            <p:ph type="title"/>
          </p:nvPr>
        </p:nvSpPr>
        <p:spPr>
          <a:xfrm>
            <a:off x="415600" y="2867800"/>
            <a:ext cx="11360700" cy="1122300"/>
          </a:xfrm>
          <a:prstGeom prst="rect">
            <a:avLst/>
          </a:prstGeom>
        </p:spPr>
        <p:txBody>
          <a:bodyPr spcFirstLastPara="1" wrap="square" lIns="121900" tIns="121900" rIns="121900" bIns="121900" anchor="ctr" anchorCtr="0">
            <a:no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19" name="Google Shape;19;g6dad9273e7_0_8"/>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0"/>
        <p:cNvGrpSpPr/>
        <p:nvPr/>
      </p:nvGrpSpPr>
      <p:grpSpPr>
        <a:xfrm>
          <a:off x="0" y="0"/>
          <a:ext cx="0" cy="0"/>
          <a:chOff x="0" y="0"/>
          <a:chExt cx="0" cy="0"/>
        </a:xfrm>
      </p:grpSpPr>
      <p:sp>
        <p:nvSpPr>
          <p:cNvPr id="21" name="Google Shape;21;g6dad9273e7_0_11"/>
          <p:cNvSpPr txBox="1">
            <a:spLocks noGrp="1"/>
          </p:cNvSpPr>
          <p:nvPr>
            <p:ph type="title"/>
          </p:nvPr>
        </p:nvSpPr>
        <p:spPr>
          <a:xfrm>
            <a:off x="415600" y="593367"/>
            <a:ext cx="11360700" cy="763500"/>
          </a:xfrm>
          <a:prstGeom prst="rect">
            <a:avLst/>
          </a:prstGeom>
        </p:spPr>
        <p:txBody>
          <a:bodyPr spcFirstLastPara="1" wrap="square" lIns="121900" tIns="121900" rIns="121900" bIns="121900" anchor="t" anchorCtr="0">
            <a:noAutofit/>
          </a:bodyPr>
          <a:lstStyle>
            <a:lvl1pPr lvl="0">
              <a:spcBef>
                <a:spcPts val="0"/>
              </a:spcBef>
              <a:spcAft>
                <a:spcPts val="0"/>
              </a:spcAft>
              <a:buClr>
                <a:srgbClr val="FFFFFF"/>
              </a:buClr>
              <a:buSzPts val="3700"/>
              <a:buNone/>
              <a:defRPr>
                <a:solidFill>
                  <a:srgbClr val="FFFFFF"/>
                </a:solidFill>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a:endParaRPr/>
          </a:p>
        </p:txBody>
      </p:sp>
      <p:sp>
        <p:nvSpPr>
          <p:cNvPr id="22" name="Google Shape;22;g6dad9273e7_0_11"/>
          <p:cNvSpPr txBox="1">
            <a:spLocks noGrp="1"/>
          </p:cNvSpPr>
          <p:nvPr>
            <p:ph type="body" idx="1"/>
          </p:nvPr>
        </p:nvSpPr>
        <p:spPr>
          <a:xfrm>
            <a:off x="415600" y="1536633"/>
            <a:ext cx="11360700" cy="4555200"/>
          </a:xfrm>
          <a:prstGeom prst="rect">
            <a:avLst/>
          </a:prstGeom>
        </p:spPr>
        <p:txBody>
          <a:bodyPr spcFirstLastPara="1" wrap="square" lIns="121900" tIns="121900" rIns="121900" bIns="121900" anchor="t" anchorCtr="0">
            <a:noAutofit/>
          </a:bodyPr>
          <a:lstStyle>
            <a:lvl1pPr marL="457200" lvl="0" indent="-381000">
              <a:spcBef>
                <a:spcPts val="0"/>
              </a:spcBef>
              <a:spcAft>
                <a:spcPts val="0"/>
              </a:spcAft>
              <a:buClr>
                <a:srgbClr val="434343"/>
              </a:buClr>
              <a:buSzPts val="2400"/>
              <a:buChar char="●"/>
              <a:defRPr>
                <a:solidFill>
                  <a:srgbClr val="434343"/>
                </a:solidFill>
              </a:defRPr>
            </a:lvl1pPr>
            <a:lvl2pPr marL="914400" lvl="1" indent="-349250">
              <a:spcBef>
                <a:spcPts val="2100"/>
              </a:spcBef>
              <a:spcAft>
                <a:spcPts val="0"/>
              </a:spcAft>
              <a:buClr>
                <a:srgbClr val="434343"/>
              </a:buClr>
              <a:buSzPts val="1900"/>
              <a:buChar char="○"/>
              <a:defRPr>
                <a:solidFill>
                  <a:srgbClr val="434343"/>
                </a:solidFill>
              </a:defRPr>
            </a:lvl2pPr>
            <a:lvl3pPr marL="1371600" lvl="2" indent="-349250">
              <a:spcBef>
                <a:spcPts val="2100"/>
              </a:spcBef>
              <a:spcAft>
                <a:spcPts val="0"/>
              </a:spcAft>
              <a:buClr>
                <a:srgbClr val="434343"/>
              </a:buClr>
              <a:buSzPts val="1900"/>
              <a:buChar char="■"/>
              <a:defRPr>
                <a:solidFill>
                  <a:srgbClr val="434343"/>
                </a:solidFill>
              </a:defRPr>
            </a:lvl3pPr>
            <a:lvl4pPr marL="1828800" lvl="3" indent="-349250">
              <a:spcBef>
                <a:spcPts val="2100"/>
              </a:spcBef>
              <a:spcAft>
                <a:spcPts val="0"/>
              </a:spcAft>
              <a:buClr>
                <a:srgbClr val="434343"/>
              </a:buClr>
              <a:buSzPts val="1900"/>
              <a:buChar char="●"/>
              <a:defRPr>
                <a:solidFill>
                  <a:srgbClr val="434343"/>
                </a:solidFill>
              </a:defRPr>
            </a:lvl4pPr>
            <a:lvl5pPr marL="2286000" lvl="4" indent="-349250">
              <a:spcBef>
                <a:spcPts val="2100"/>
              </a:spcBef>
              <a:spcAft>
                <a:spcPts val="0"/>
              </a:spcAft>
              <a:buClr>
                <a:srgbClr val="434343"/>
              </a:buClr>
              <a:buSzPts val="1900"/>
              <a:buChar char="○"/>
              <a:defRPr>
                <a:solidFill>
                  <a:srgbClr val="434343"/>
                </a:solidFill>
              </a:defRPr>
            </a:lvl5pPr>
            <a:lvl6pPr marL="2743200" lvl="5" indent="-349250">
              <a:spcBef>
                <a:spcPts val="2100"/>
              </a:spcBef>
              <a:spcAft>
                <a:spcPts val="0"/>
              </a:spcAft>
              <a:buClr>
                <a:srgbClr val="434343"/>
              </a:buClr>
              <a:buSzPts val="1900"/>
              <a:buChar char="■"/>
              <a:defRPr>
                <a:solidFill>
                  <a:srgbClr val="434343"/>
                </a:solidFill>
              </a:defRPr>
            </a:lvl6pPr>
            <a:lvl7pPr marL="3200400" lvl="6" indent="-349250">
              <a:spcBef>
                <a:spcPts val="2100"/>
              </a:spcBef>
              <a:spcAft>
                <a:spcPts val="0"/>
              </a:spcAft>
              <a:buClr>
                <a:srgbClr val="434343"/>
              </a:buClr>
              <a:buSzPts val="1900"/>
              <a:buChar char="●"/>
              <a:defRPr>
                <a:solidFill>
                  <a:srgbClr val="434343"/>
                </a:solidFill>
              </a:defRPr>
            </a:lvl7pPr>
            <a:lvl8pPr marL="3657600" lvl="7" indent="-349250">
              <a:spcBef>
                <a:spcPts val="2100"/>
              </a:spcBef>
              <a:spcAft>
                <a:spcPts val="0"/>
              </a:spcAft>
              <a:buClr>
                <a:srgbClr val="434343"/>
              </a:buClr>
              <a:buSzPts val="1900"/>
              <a:buChar char="○"/>
              <a:defRPr>
                <a:solidFill>
                  <a:srgbClr val="434343"/>
                </a:solidFill>
              </a:defRPr>
            </a:lvl8pPr>
            <a:lvl9pPr marL="4114800" lvl="8" indent="-349250">
              <a:spcBef>
                <a:spcPts val="2100"/>
              </a:spcBef>
              <a:spcAft>
                <a:spcPts val="2100"/>
              </a:spcAft>
              <a:buClr>
                <a:srgbClr val="434343"/>
              </a:buClr>
              <a:buSzPts val="1900"/>
              <a:buChar char="■"/>
              <a:defRPr>
                <a:solidFill>
                  <a:srgbClr val="434343"/>
                </a:solidFill>
              </a:defRPr>
            </a:lvl9pPr>
          </a:lstStyle>
          <a:p>
            <a:endParaRPr/>
          </a:p>
        </p:txBody>
      </p:sp>
      <p:sp>
        <p:nvSpPr>
          <p:cNvPr id="23" name="Google Shape;23;g6dad9273e7_0_11"/>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
        <p:nvSpPr>
          <p:cNvPr id="24" name="Google Shape;24;g6dad9273e7_0_11"/>
          <p:cNvSpPr/>
          <p:nvPr/>
        </p:nvSpPr>
        <p:spPr>
          <a:xfrm>
            <a:off x="-14200" y="-36767"/>
            <a:ext cx="12220500" cy="1447500"/>
          </a:xfrm>
          <a:prstGeom prst="rect">
            <a:avLst/>
          </a:prstGeom>
          <a:solidFill>
            <a:srgbClr val="A61C00"/>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5"/>
        <p:cNvGrpSpPr/>
        <p:nvPr/>
      </p:nvGrpSpPr>
      <p:grpSpPr>
        <a:xfrm>
          <a:off x="0" y="0"/>
          <a:ext cx="0" cy="0"/>
          <a:chOff x="0" y="0"/>
          <a:chExt cx="0" cy="0"/>
        </a:xfrm>
      </p:grpSpPr>
      <p:sp>
        <p:nvSpPr>
          <p:cNvPr id="26" name="Google Shape;26;g6dad9273e7_0_16"/>
          <p:cNvSpPr txBox="1">
            <a:spLocks noGrp="1"/>
          </p:cNvSpPr>
          <p:nvPr>
            <p:ph type="title"/>
          </p:nvPr>
        </p:nvSpPr>
        <p:spPr>
          <a:xfrm>
            <a:off x="415600" y="593367"/>
            <a:ext cx="11360700" cy="763500"/>
          </a:xfrm>
          <a:prstGeom prst="rect">
            <a:avLst/>
          </a:prstGeom>
        </p:spPr>
        <p:txBody>
          <a:bodyPr spcFirstLastPara="1" wrap="square" lIns="121900" tIns="121900" rIns="121900" bIns="121900" anchor="t" anchorCtr="0">
            <a:no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a:endParaRPr/>
          </a:p>
        </p:txBody>
      </p:sp>
      <p:sp>
        <p:nvSpPr>
          <p:cNvPr id="27" name="Google Shape;27;g6dad9273e7_0_16"/>
          <p:cNvSpPr txBox="1">
            <a:spLocks noGrp="1"/>
          </p:cNvSpPr>
          <p:nvPr>
            <p:ph type="body" idx="1"/>
          </p:nvPr>
        </p:nvSpPr>
        <p:spPr>
          <a:xfrm>
            <a:off x="415600" y="1536633"/>
            <a:ext cx="5333100" cy="4555200"/>
          </a:xfrm>
          <a:prstGeom prst="rect">
            <a:avLst/>
          </a:prstGeom>
        </p:spPr>
        <p:txBody>
          <a:bodyPr spcFirstLastPara="1" wrap="square" lIns="121900" tIns="121900" rIns="121900" bIns="121900" anchor="t" anchorCtr="0">
            <a:noAutofit/>
          </a:bodyPr>
          <a:lstStyle>
            <a:lvl1pPr marL="457200" lvl="0" indent="-349250">
              <a:spcBef>
                <a:spcPts val="0"/>
              </a:spcBef>
              <a:spcAft>
                <a:spcPts val="0"/>
              </a:spcAft>
              <a:buSzPts val="1900"/>
              <a:buChar char="●"/>
              <a:defRPr sz="1900"/>
            </a:lvl1pPr>
            <a:lvl2pPr marL="914400" lvl="1" indent="-330200">
              <a:spcBef>
                <a:spcPts val="2100"/>
              </a:spcBef>
              <a:spcAft>
                <a:spcPts val="0"/>
              </a:spcAft>
              <a:buSzPts val="1600"/>
              <a:buChar char="○"/>
              <a:defRPr sz="1600"/>
            </a:lvl2pPr>
            <a:lvl3pPr marL="1371600" lvl="2" indent="-330200">
              <a:spcBef>
                <a:spcPts val="2100"/>
              </a:spcBef>
              <a:spcAft>
                <a:spcPts val="0"/>
              </a:spcAft>
              <a:buSzPts val="1600"/>
              <a:buChar char="■"/>
              <a:defRPr sz="1600"/>
            </a:lvl3pPr>
            <a:lvl4pPr marL="1828800" lvl="3" indent="-330200">
              <a:spcBef>
                <a:spcPts val="2100"/>
              </a:spcBef>
              <a:spcAft>
                <a:spcPts val="0"/>
              </a:spcAft>
              <a:buSzPts val="1600"/>
              <a:buChar char="●"/>
              <a:defRPr sz="1600"/>
            </a:lvl4pPr>
            <a:lvl5pPr marL="2286000" lvl="4" indent="-330200">
              <a:spcBef>
                <a:spcPts val="2100"/>
              </a:spcBef>
              <a:spcAft>
                <a:spcPts val="0"/>
              </a:spcAft>
              <a:buSzPts val="1600"/>
              <a:buChar char="○"/>
              <a:defRPr sz="1600"/>
            </a:lvl5pPr>
            <a:lvl6pPr marL="2743200" lvl="5" indent="-330200">
              <a:spcBef>
                <a:spcPts val="2100"/>
              </a:spcBef>
              <a:spcAft>
                <a:spcPts val="0"/>
              </a:spcAft>
              <a:buSzPts val="1600"/>
              <a:buChar char="■"/>
              <a:defRPr sz="1600"/>
            </a:lvl6pPr>
            <a:lvl7pPr marL="3200400" lvl="6" indent="-330200">
              <a:spcBef>
                <a:spcPts val="2100"/>
              </a:spcBef>
              <a:spcAft>
                <a:spcPts val="0"/>
              </a:spcAft>
              <a:buSzPts val="1600"/>
              <a:buChar char="●"/>
              <a:defRPr sz="1600"/>
            </a:lvl7pPr>
            <a:lvl8pPr marL="3657600" lvl="7" indent="-330200">
              <a:spcBef>
                <a:spcPts val="2100"/>
              </a:spcBef>
              <a:spcAft>
                <a:spcPts val="0"/>
              </a:spcAft>
              <a:buSzPts val="1600"/>
              <a:buChar char="○"/>
              <a:defRPr sz="1600"/>
            </a:lvl8pPr>
            <a:lvl9pPr marL="4114800" lvl="8" indent="-330200">
              <a:spcBef>
                <a:spcPts val="2100"/>
              </a:spcBef>
              <a:spcAft>
                <a:spcPts val="2100"/>
              </a:spcAft>
              <a:buSzPts val="1600"/>
              <a:buChar char="■"/>
              <a:defRPr sz="1600"/>
            </a:lvl9pPr>
          </a:lstStyle>
          <a:p>
            <a:endParaRPr/>
          </a:p>
        </p:txBody>
      </p:sp>
      <p:sp>
        <p:nvSpPr>
          <p:cNvPr id="28" name="Google Shape;28;g6dad9273e7_0_16"/>
          <p:cNvSpPr txBox="1">
            <a:spLocks noGrp="1"/>
          </p:cNvSpPr>
          <p:nvPr>
            <p:ph type="body" idx="2"/>
          </p:nvPr>
        </p:nvSpPr>
        <p:spPr>
          <a:xfrm>
            <a:off x="6443200" y="1536633"/>
            <a:ext cx="5333100" cy="4555200"/>
          </a:xfrm>
          <a:prstGeom prst="rect">
            <a:avLst/>
          </a:prstGeom>
        </p:spPr>
        <p:txBody>
          <a:bodyPr spcFirstLastPara="1" wrap="square" lIns="121900" tIns="121900" rIns="121900" bIns="121900" anchor="t" anchorCtr="0">
            <a:noAutofit/>
          </a:bodyPr>
          <a:lstStyle>
            <a:lvl1pPr marL="457200" lvl="0" indent="-349250">
              <a:spcBef>
                <a:spcPts val="0"/>
              </a:spcBef>
              <a:spcAft>
                <a:spcPts val="0"/>
              </a:spcAft>
              <a:buSzPts val="1900"/>
              <a:buChar char="●"/>
              <a:defRPr sz="1900"/>
            </a:lvl1pPr>
            <a:lvl2pPr marL="914400" lvl="1" indent="-330200">
              <a:spcBef>
                <a:spcPts val="2100"/>
              </a:spcBef>
              <a:spcAft>
                <a:spcPts val="0"/>
              </a:spcAft>
              <a:buSzPts val="1600"/>
              <a:buChar char="○"/>
              <a:defRPr sz="1600"/>
            </a:lvl2pPr>
            <a:lvl3pPr marL="1371600" lvl="2" indent="-330200">
              <a:spcBef>
                <a:spcPts val="2100"/>
              </a:spcBef>
              <a:spcAft>
                <a:spcPts val="0"/>
              </a:spcAft>
              <a:buSzPts val="1600"/>
              <a:buChar char="■"/>
              <a:defRPr sz="1600"/>
            </a:lvl3pPr>
            <a:lvl4pPr marL="1828800" lvl="3" indent="-330200">
              <a:spcBef>
                <a:spcPts val="2100"/>
              </a:spcBef>
              <a:spcAft>
                <a:spcPts val="0"/>
              </a:spcAft>
              <a:buSzPts val="1600"/>
              <a:buChar char="●"/>
              <a:defRPr sz="1600"/>
            </a:lvl4pPr>
            <a:lvl5pPr marL="2286000" lvl="4" indent="-330200">
              <a:spcBef>
                <a:spcPts val="2100"/>
              </a:spcBef>
              <a:spcAft>
                <a:spcPts val="0"/>
              </a:spcAft>
              <a:buSzPts val="1600"/>
              <a:buChar char="○"/>
              <a:defRPr sz="1600"/>
            </a:lvl5pPr>
            <a:lvl6pPr marL="2743200" lvl="5" indent="-330200">
              <a:spcBef>
                <a:spcPts val="2100"/>
              </a:spcBef>
              <a:spcAft>
                <a:spcPts val="0"/>
              </a:spcAft>
              <a:buSzPts val="1600"/>
              <a:buChar char="■"/>
              <a:defRPr sz="1600"/>
            </a:lvl6pPr>
            <a:lvl7pPr marL="3200400" lvl="6" indent="-330200">
              <a:spcBef>
                <a:spcPts val="2100"/>
              </a:spcBef>
              <a:spcAft>
                <a:spcPts val="0"/>
              </a:spcAft>
              <a:buSzPts val="1600"/>
              <a:buChar char="●"/>
              <a:defRPr sz="1600"/>
            </a:lvl7pPr>
            <a:lvl8pPr marL="3657600" lvl="7" indent="-330200">
              <a:spcBef>
                <a:spcPts val="2100"/>
              </a:spcBef>
              <a:spcAft>
                <a:spcPts val="0"/>
              </a:spcAft>
              <a:buSzPts val="1600"/>
              <a:buChar char="○"/>
              <a:defRPr sz="1600"/>
            </a:lvl8pPr>
            <a:lvl9pPr marL="4114800" lvl="8" indent="-330200">
              <a:spcBef>
                <a:spcPts val="2100"/>
              </a:spcBef>
              <a:spcAft>
                <a:spcPts val="2100"/>
              </a:spcAft>
              <a:buSzPts val="1600"/>
              <a:buChar char="■"/>
              <a:defRPr sz="1600"/>
            </a:lvl9pPr>
          </a:lstStyle>
          <a:p>
            <a:endParaRPr/>
          </a:p>
        </p:txBody>
      </p:sp>
      <p:sp>
        <p:nvSpPr>
          <p:cNvPr id="29" name="Google Shape;29;g6dad9273e7_0_16"/>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4"/>
        <p:cNvGrpSpPr/>
        <p:nvPr/>
      </p:nvGrpSpPr>
      <p:grpSpPr>
        <a:xfrm>
          <a:off x="0" y="0"/>
          <a:ext cx="0" cy="0"/>
          <a:chOff x="0" y="0"/>
          <a:chExt cx="0" cy="0"/>
        </a:xfrm>
      </p:grpSpPr>
      <p:sp>
        <p:nvSpPr>
          <p:cNvPr id="35" name="Google Shape;35;g6dad9273e7_0_25"/>
          <p:cNvSpPr txBox="1">
            <a:spLocks noGrp="1"/>
          </p:cNvSpPr>
          <p:nvPr>
            <p:ph type="title"/>
          </p:nvPr>
        </p:nvSpPr>
        <p:spPr>
          <a:xfrm>
            <a:off x="415600" y="740800"/>
            <a:ext cx="3744000" cy="1007700"/>
          </a:xfrm>
          <a:prstGeom prst="rect">
            <a:avLst/>
          </a:prstGeom>
        </p:spPr>
        <p:txBody>
          <a:bodyPr spcFirstLastPara="1" wrap="square" lIns="121900" tIns="121900" rIns="121900" bIns="121900" anchor="b" anchorCtr="0">
            <a:noAutofit/>
          </a:bodyPr>
          <a:lstStyle>
            <a:lvl1pPr lvl="0">
              <a:spcBef>
                <a:spcPts val="0"/>
              </a:spcBef>
              <a:spcAft>
                <a:spcPts val="0"/>
              </a:spcAft>
              <a:buSzPts val="3200"/>
              <a:buNone/>
              <a:defRPr sz="3200"/>
            </a:lvl1pPr>
            <a:lvl2pPr lvl="1">
              <a:spcBef>
                <a:spcPts val="0"/>
              </a:spcBef>
              <a:spcAft>
                <a:spcPts val="0"/>
              </a:spcAft>
              <a:buSzPts val="3200"/>
              <a:buNone/>
              <a:defRPr sz="3200"/>
            </a:lvl2pPr>
            <a:lvl3pPr lvl="2">
              <a:spcBef>
                <a:spcPts val="0"/>
              </a:spcBef>
              <a:spcAft>
                <a:spcPts val="0"/>
              </a:spcAft>
              <a:buSzPts val="3200"/>
              <a:buNone/>
              <a:defRPr sz="3200"/>
            </a:lvl3pPr>
            <a:lvl4pPr lvl="3">
              <a:spcBef>
                <a:spcPts val="0"/>
              </a:spcBef>
              <a:spcAft>
                <a:spcPts val="0"/>
              </a:spcAft>
              <a:buSzPts val="3200"/>
              <a:buNone/>
              <a:defRPr sz="3200"/>
            </a:lvl4pPr>
            <a:lvl5pPr lvl="4">
              <a:spcBef>
                <a:spcPts val="0"/>
              </a:spcBef>
              <a:spcAft>
                <a:spcPts val="0"/>
              </a:spcAft>
              <a:buSzPts val="3200"/>
              <a:buNone/>
              <a:defRPr sz="3200"/>
            </a:lvl5pPr>
            <a:lvl6pPr lvl="5">
              <a:spcBef>
                <a:spcPts val="0"/>
              </a:spcBef>
              <a:spcAft>
                <a:spcPts val="0"/>
              </a:spcAft>
              <a:buSzPts val="3200"/>
              <a:buNone/>
              <a:defRPr sz="3200"/>
            </a:lvl6pPr>
            <a:lvl7pPr lvl="6">
              <a:spcBef>
                <a:spcPts val="0"/>
              </a:spcBef>
              <a:spcAft>
                <a:spcPts val="0"/>
              </a:spcAft>
              <a:buSzPts val="3200"/>
              <a:buNone/>
              <a:defRPr sz="3200"/>
            </a:lvl7pPr>
            <a:lvl8pPr lvl="7">
              <a:spcBef>
                <a:spcPts val="0"/>
              </a:spcBef>
              <a:spcAft>
                <a:spcPts val="0"/>
              </a:spcAft>
              <a:buSzPts val="3200"/>
              <a:buNone/>
              <a:defRPr sz="3200"/>
            </a:lvl8pPr>
            <a:lvl9pPr lvl="8">
              <a:spcBef>
                <a:spcPts val="0"/>
              </a:spcBef>
              <a:spcAft>
                <a:spcPts val="0"/>
              </a:spcAft>
              <a:buSzPts val="3200"/>
              <a:buNone/>
              <a:defRPr sz="3200"/>
            </a:lvl9pPr>
          </a:lstStyle>
          <a:p>
            <a:endParaRPr/>
          </a:p>
        </p:txBody>
      </p:sp>
      <p:sp>
        <p:nvSpPr>
          <p:cNvPr id="36" name="Google Shape;36;g6dad9273e7_0_25"/>
          <p:cNvSpPr txBox="1">
            <a:spLocks noGrp="1"/>
          </p:cNvSpPr>
          <p:nvPr>
            <p:ph type="body" idx="1"/>
          </p:nvPr>
        </p:nvSpPr>
        <p:spPr>
          <a:xfrm>
            <a:off x="415600" y="1852800"/>
            <a:ext cx="3744000" cy="4239300"/>
          </a:xfrm>
          <a:prstGeom prst="rect">
            <a:avLst/>
          </a:prstGeom>
        </p:spPr>
        <p:txBody>
          <a:bodyPr spcFirstLastPara="1" wrap="square" lIns="121900" tIns="121900" rIns="121900" bIns="121900" anchor="t" anchorCtr="0">
            <a:noAutofit/>
          </a:bodyPr>
          <a:lstStyle>
            <a:lvl1pPr marL="457200" lvl="0" indent="-330200">
              <a:spcBef>
                <a:spcPts val="0"/>
              </a:spcBef>
              <a:spcAft>
                <a:spcPts val="0"/>
              </a:spcAft>
              <a:buSzPts val="1600"/>
              <a:buChar char="●"/>
              <a:defRPr sz="1600"/>
            </a:lvl1pPr>
            <a:lvl2pPr marL="914400" lvl="1" indent="-330200">
              <a:spcBef>
                <a:spcPts val="2100"/>
              </a:spcBef>
              <a:spcAft>
                <a:spcPts val="0"/>
              </a:spcAft>
              <a:buSzPts val="1600"/>
              <a:buChar char="○"/>
              <a:defRPr sz="1600"/>
            </a:lvl2pPr>
            <a:lvl3pPr marL="1371600" lvl="2" indent="-330200">
              <a:spcBef>
                <a:spcPts val="2100"/>
              </a:spcBef>
              <a:spcAft>
                <a:spcPts val="0"/>
              </a:spcAft>
              <a:buSzPts val="1600"/>
              <a:buChar char="■"/>
              <a:defRPr sz="1600"/>
            </a:lvl3pPr>
            <a:lvl4pPr marL="1828800" lvl="3" indent="-330200">
              <a:spcBef>
                <a:spcPts val="2100"/>
              </a:spcBef>
              <a:spcAft>
                <a:spcPts val="0"/>
              </a:spcAft>
              <a:buSzPts val="1600"/>
              <a:buChar char="●"/>
              <a:defRPr sz="1600"/>
            </a:lvl4pPr>
            <a:lvl5pPr marL="2286000" lvl="4" indent="-330200">
              <a:spcBef>
                <a:spcPts val="2100"/>
              </a:spcBef>
              <a:spcAft>
                <a:spcPts val="0"/>
              </a:spcAft>
              <a:buSzPts val="1600"/>
              <a:buChar char="○"/>
              <a:defRPr sz="1600"/>
            </a:lvl5pPr>
            <a:lvl6pPr marL="2743200" lvl="5" indent="-330200">
              <a:spcBef>
                <a:spcPts val="2100"/>
              </a:spcBef>
              <a:spcAft>
                <a:spcPts val="0"/>
              </a:spcAft>
              <a:buSzPts val="1600"/>
              <a:buChar char="■"/>
              <a:defRPr sz="1600"/>
            </a:lvl6pPr>
            <a:lvl7pPr marL="3200400" lvl="6" indent="-330200">
              <a:spcBef>
                <a:spcPts val="2100"/>
              </a:spcBef>
              <a:spcAft>
                <a:spcPts val="0"/>
              </a:spcAft>
              <a:buSzPts val="1600"/>
              <a:buChar char="●"/>
              <a:defRPr sz="1600"/>
            </a:lvl7pPr>
            <a:lvl8pPr marL="3657600" lvl="7" indent="-330200">
              <a:spcBef>
                <a:spcPts val="2100"/>
              </a:spcBef>
              <a:spcAft>
                <a:spcPts val="0"/>
              </a:spcAft>
              <a:buSzPts val="1600"/>
              <a:buChar char="○"/>
              <a:defRPr sz="1600"/>
            </a:lvl8pPr>
            <a:lvl9pPr marL="4114800" lvl="8" indent="-330200">
              <a:spcBef>
                <a:spcPts val="2100"/>
              </a:spcBef>
              <a:spcAft>
                <a:spcPts val="2100"/>
              </a:spcAft>
              <a:buSzPts val="1600"/>
              <a:buChar char="■"/>
              <a:defRPr sz="1600"/>
            </a:lvl9pPr>
          </a:lstStyle>
          <a:p>
            <a:endParaRPr/>
          </a:p>
        </p:txBody>
      </p:sp>
      <p:sp>
        <p:nvSpPr>
          <p:cNvPr id="37" name="Google Shape;37;g6dad9273e7_0_25"/>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
        <p:nvSpPr>
          <p:cNvPr id="38" name="Google Shape;38;g6dad9273e7_0_25"/>
          <p:cNvSpPr/>
          <p:nvPr/>
        </p:nvSpPr>
        <p:spPr>
          <a:xfrm>
            <a:off x="-28367" y="-36767"/>
            <a:ext cx="12220500" cy="1447500"/>
          </a:xfrm>
          <a:prstGeom prst="rect">
            <a:avLst/>
          </a:prstGeom>
          <a:solidFill>
            <a:srgbClr val="A61C00"/>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90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9"/>
        <p:cNvGrpSpPr/>
        <p:nvPr/>
      </p:nvGrpSpPr>
      <p:grpSpPr>
        <a:xfrm>
          <a:off x="0" y="0"/>
          <a:ext cx="0" cy="0"/>
          <a:chOff x="0" y="0"/>
          <a:chExt cx="0" cy="0"/>
        </a:xfrm>
      </p:grpSpPr>
      <p:sp>
        <p:nvSpPr>
          <p:cNvPr id="40" name="Google Shape;40;g6dad9273e7_0_30"/>
          <p:cNvSpPr txBox="1">
            <a:spLocks noGrp="1"/>
          </p:cNvSpPr>
          <p:nvPr>
            <p:ph type="title"/>
          </p:nvPr>
        </p:nvSpPr>
        <p:spPr>
          <a:xfrm>
            <a:off x="653667" y="600200"/>
            <a:ext cx="8490300" cy="5454300"/>
          </a:xfrm>
          <a:prstGeom prst="rect">
            <a:avLst/>
          </a:prstGeom>
        </p:spPr>
        <p:txBody>
          <a:bodyPr spcFirstLastPara="1" wrap="square" lIns="121900" tIns="121900" rIns="121900" bIns="121900" anchor="ctr" anchorCtr="0">
            <a:noAutofit/>
          </a:bodyPr>
          <a:lstStyle>
            <a:lvl1pPr lvl="0">
              <a:spcBef>
                <a:spcPts val="0"/>
              </a:spcBef>
              <a:spcAft>
                <a:spcPts val="0"/>
              </a:spcAft>
              <a:buSzPts val="6400"/>
              <a:buNone/>
              <a:defRPr sz="6400"/>
            </a:lvl1pPr>
            <a:lvl2pPr lvl="1">
              <a:spcBef>
                <a:spcPts val="0"/>
              </a:spcBef>
              <a:spcAft>
                <a:spcPts val="0"/>
              </a:spcAft>
              <a:buSzPts val="6400"/>
              <a:buNone/>
              <a:defRPr sz="6400"/>
            </a:lvl2pPr>
            <a:lvl3pPr lvl="2">
              <a:spcBef>
                <a:spcPts val="0"/>
              </a:spcBef>
              <a:spcAft>
                <a:spcPts val="0"/>
              </a:spcAft>
              <a:buSzPts val="6400"/>
              <a:buNone/>
              <a:defRPr sz="6400"/>
            </a:lvl3pPr>
            <a:lvl4pPr lvl="3">
              <a:spcBef>
                <a:spcPts val="0"/>
              </a:spcBef>
              <a:spcAft>
                <a:spcPts val="0"/>
              </a:spcAft>
              <a:buSzPts val="6400"/>
              <a:buNone/>
              <a:defRPr sz="6400"/>
            </a:lvl4pPr>
            <a:lvl5pPr lvl="4">
              <a:spcBef>
                <a:spcPts val="0"/>
              </a:spcBef>
              <a:spcAft>
                <a:spcPts val="0"/>
              </a:spcAft>
              <a:buSzPts val="6400"/>
              <a:buNone/>
              <a:defRPr sz="6400"/>
            </a:lvl5pPr>
            <a:lvl6pPr lvl="5">
              <a:spcBef>
                <a:spcPts val="0"/>
              </a:spcBef>
              <a:spcAft>
                <a:spcPts val="0"/>
              </a:spcAft>
              <a:buSzPts val="6400"/>
              <a:buNone/>
              <a:defRPr sz="6400"/>
            </a:lvl6pPr>
            <a:lvl7pPr lvl="6">
              <a:spcBef>
                <a:spcPts val="0"/>
              </a:spcBef>
              <a:spcAft>
                <a:spcPts val="0"/>
              </a:spcAft>
              <a:buSzPts val="6400"/>
              <a:buNone/>
              <a:defRPr sz="6400"/>
            </a:lvl7pPr>
            <a:lvl8pPr lvl="7">
              <a:spcBef>
                <a:spcPts val="0"/>
              </a:spcBef>
              <a:spcAft>
                <a:spcPts val="0"/>
              </a:spcAft>
              <a:buSzPts val="6400"/>
              <a:buNone/>
              <a:defRPr sz="6400"/>
            </a:lvl8pPr>
            <a:lvl9pPr lvl="8">
              <a:spcBef>
                <a:spcPts val="0"/>
              </a:spcBef>
              <a:spcAft>
                <a:spcPts val="0"/>
              </a:spcAft>
              <a:buSzPts val="6400"/>
              <a:buNone/>
              <a:defRPr sz="6400"/>
            </a:lvl9pPr>
          </a:lstStyle>
          <a:p>
            <a:endParaRPr/>
          </a:p>
        </p:txBody>
      </p:sp>
      <p:sp>
        <p:nvSpPr>
          <p:cNvPr id="41" name="Google Shape;41;g6dad9273e7_0_30"/>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2"/>
        <p:cNvGrpSpPr/>
        <p:nvPr/>
      </p:nvGrpSpPr>
      <p:grpSpPr>
        <a:xfrm>
          <a:off x="0" y="0"/>
          <a:ext cx="0" cy="0"/>
          <a:chOff x="0" y="0"/>
          <a:chExt cx="0" cy="0"/>
        </a:xfrm>
      </p:grpSpPr>
      <p:sp>
        <p:nvSpPr>
          <p:cNvPr id="43" name="Google Shape;43;g6dad9273e7_0_33"/>
          <p:cNvSpPr/>
          <p:nvPr/>
        </p:nvSpPr>
        <p:spPr>
          <a:xfrm>
            <a:off x="6096000" y="-167"/>
            <a:ext cx="6096000" cy="6858000"/>
          </a:xfrm>
          <a:prstGeom prst="rect">
            <a:avLst/>
          </a:pr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44" name="Google Shape;44;g6dad9273e7_0_33"/>
          <p:cNvSpPr txBox="1">
            <a:spLocks noGrp="1"/>
          </p:cNvSpPr>
          <p:nvPr>
            <p:ph type="title"/>
          </p:nvPr>
        </p:nvSpPr>
        <p:spPr>
          <a:xfrm>
            <a:off x="354000" y="1644233"/>
            <a:ext cx="5393700" cy="1976400"/>
          </a:xfrm>
          <a:prstGeom prst="rect">
            <a:avLst/>
          </a:prstGeom>
        </p:spPr>
        <p:txBody>
          <a:bodyPr spcFirstLastPara="1" wrap="square" lIns="121900" tIns="121900" rIns="121900" bIns="121900" anchor="b" anchorCtr="0">
            <a:noAutofit/>
          </a:bodyPr>
          <a:lstStyle>
            <a:lvl1pPr lvl="0" algn="ctr">
              <a:spcBef>
                <a:spcPts val="0"/>
              </a:spcBef>
              <a:spcAft>
                <a:spcPts val="0"/>
              </a:spcAft>
              <a:buSzPts val="5600"/>
              <a:buNone/>
              <a:defRPr sz="5600"/>
            </a:lvl1pPr>
            <a:lvl2pPr lvl="1" algn="ctr">
              <a:spcBef>
                <a:spcPts val="0"/>
              </a:spcBef>
              <a:spcAft>
                <a:spcPts val="0"/>
              </a:spcAft>
              <a:buSzPts val="5600"/>
              <a:buNone/>
              <a:defRPr sz="5600"/>
            </a:lvl2pPr>
            <a:lvl3pPr lvl="2" algn="ctr">
              <a:spcBef>
                <a:spcPts val="0"/>
              </a:spcBef>
              <a:spcAft>
                <a:spcPts val="0"/>
              </a:spcAft>
              <a:buSzPts val="5600"/>
              <a:buNone/>
              <a:defRPr sz="5600"/>
            </a:lvl3pPr>
            <a:lvl4pPr lvl="3" algn="ctr">
              <a:spcBef>
                <a:spcPts val="0"/>
              </a:spcBef>
              <a:spcAft>
                <a:spcPts val="0"/>
              </a:spcAft>
              <a:buSzPts val="5600"/>
              <a:buNone/>
              <a:defRPr sz="5600"/>
            </a:lvl4pPr>
            <a:lvl5pPr lvl="4" algn="ctr">
              <a:spcBef>
                <a:spcPts val="0"/>
              </a:spcBef>
              <a:spcAft>
                <a:spcPts val="0"/>
              </a:spcAft>
              <a:buSzPts val="5600"/>
              <a:buNone/>
              <a:defRPr sz="5600"/>
            </a:lvl5pPr>
            <a:lvl6pPr lvl="5" algn="ctr">
              <a:spcBef>
                <a:spcPts val="0"/>
              </a:spcBef>
              <a:spcAft>
                <a:spcPts val="0"/>
              </a:spcAft>
              <a:buSzPts val="5600"/>
              <a:buNone/>
              <a:defRPr sz="5600"/>
            </a:lvl6pPr>
            <a:lvl7pPr lvl="6" algn="ctr">
              <a:spcBef>
                <a:spcPts val="0"/>
              </a:spcBef>
              <a:spcAft>
                <a:spcPts val="0"/>
              </a:spcAft>
              <a:buSzPts val="5600"/>
              <a:buNone/>
              <a:defRPr sz="5600"/>
            </a:lvl7pPr>
            <a:lvl8pPr lvl="7" algn="ctr">
              <a:spcBef>
                <a:spcPts val="0"/>
              </a:spcBef>
              <a:spcAft>
                <a:spcPts val="0"/>
              </a:spcAft>
              <a:buSzPts val="5600"/>
              <a:buNone/>
              <a:defRPr sz="5600"/>
            </a:lvl8pPr>
            <a:lvl9pPr lvl="8" algn="ctr">
              <a:spcBef>
                <a:spcPts val="0"/>
              </a:spcBef>
              <a:spcAft>
                <a:spcPts val="0"/>
              </a:spcAft>
              <a:buSzPts val="5600"/>
              <a:buNone/>
              <a:defRPr sz="5600"/>
            </a:lvl9pPr>
          </a:lstStyle>
          <a:p>
            <a:endParaRPr/>
          </a:p>
        </p:txBody>
      </p:sp>
      <p:sp>
        <p:nvSpPr>
          <p:cNvPr id="45" name="Google Shape;45;g6dad9273e7_0_33"/>
          <p:cNvSpPr txBox="1">
            <a:spLocks noGrp="1"/>
          </p:cNvSpPr>
          <p:nvPr>
            <p:ph type="subTitle" idx="1"/>
          </p:nvPr>
        </p:nvSpPr>
        <p:spPr>
          <a:xfrm>
            <a:off x="354000" y="3737433"/>
            <a:ext cx="5393700" cy="1646700"/>
          </a:xfrm>
          <a:prstGeom prst="rect">
            <a:avLst/>
          </a:prstGeom>
        </p:spPr>
        <p:txBody>
          <a:bodyPr spcFirstLastPara="1" wrap="square" lIns="121900" tIns="121900" rIns="121900" bIns="121900"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46" name="Google Shape;46;g6dad9273e7_0_33"/>
          <p:cNvSpPr txBox="1">
            <a:spLocks noGrp="1"/>
          </p:cNvSpPr>
          <p:nvPr>
            <p:ph type="body" idx="2"/>
          </p:nvPr>
        </p:nvSpPr>
        <p:spPr>
          <a:xfrm>
            <a:off x="6586000" y="965433"/>
            <a:ext cx="5115900" cy="4926900"/>
          </a:xfrm>
          <a:prstGeom prst="rect">
            <a:avLst/>
          </a:prstGeom>
        </p:spPr>
        <p:txBody>
          <a:bodyPr spcFirstLastPara="1" wrap="square" lIns="121900" tIns="121900" rIns="121900" bIns="121900" anchor="ctr" anchorCtr="0">
            <a:noAutofit/>
          </a:bodyPr>
          <a:lstStyle>
            <a:lvl1pPr marL="457200" lvl="0" indent="-381000">
              <a:spcBef>
                <a:spcPts val="0"/>
              </a:spcBef>
              <a:spcAft>
                <a:spcPts val="0"/>
              </a:spcAft>
              <a:buSzPts val="2400"/>
              <a:buChar char="●"/>
              <a:defRPr/>
            </a:lvl1pPr>
            <a:lvl2pPr marL="914400" lvl="1" indent="-349250">
              <a:spcBef>
                <a:spcPts val="2100"/>
              </a:spcBef>
              <a:spcAft>
                <a:spcPts val="0"/>
              </a:spcAft>
              <a:buSzPts val="1900"/>
              <a:buChar char="○"/>
              <a:defRPr/>
            </a:lvl2pPr>
            <a:lvl3pPr marL="1371600" lvl="2" indent="-349250">
              <a:spcBef>
                <a:spcPts val="2100"/>
              </a:spcBef>
              <a:spcAft>
                <a:spcPts val="0"/>
              </a:spcAft>
              <a:buSzPts val="1900"/>
              <a:buChar char="■"/>
              <a:defRPr/>
            </a:lvl3pPr>
            <a:lvl4pPr marL="1828800" lvl="3" indent="-349250">
              <a:spcBef>
                <a:spcPts val="2100"/>
              </a:spcBef>
              <a:spcAft>
                <a:spcPts val="0"/>
              </a:spcAft>
              <a:buSzPts val="1900"/>
              <a:buChar char="●"/>
              <a:defRPr/>
            </a:lvl4pPr>
            <a:lvl5pPr marL="2286000" lvl="4" indent="-349250">
              <a:spcBef>
                <a:spcPts val="2100"/>
              </a:spcBef>
              <a:spcAft>
                <a:spcPts val="0"/>
              </a:spcAft>
              <a:buSzPts val="1900"/>
              <a:buChar char="○"/>
              <a:defRPr/>
            </a:lvl5pPr>
            <a:lvl6pPr marL="2743200" lvl="5" indent="-349250">
              <a:spcBef>
                <a:spcPts val="2100"/>
              </a:spcBef>
              <a:spcAft>
                <a:spcPts val="0"/>
              </a:spcAft>
              <a:buSzPts val="1900"/>
              <a:buChar char="■"/>
              <a:defRPr/>
            </a:lvl6pPr>
            <a:lvl7pPr marL="3200400" lvl="6" indent="-349250">
              <a:spcBef>
                <a:spcPts val="2100"/>
              </a:spcBef>
              <a:spcAft>
                <a:spcPts val="0"/>
              </a:spcAft>
              <a:buSzPts val="1900"/>
              <a:buChar char="●"/>
              <a:defRPr/>
            </a:lvl7pPr>
            <a:lvl8pPr marL="3657600" lvl="7" indent="-349250">
              <a:spcBef>
                <a:spcPts val="2100"/>
              </a:spcBef>
              <a:spcAft>
                <a:spcPts val="0"/>
              </a:spcAft>
              <a:buSzPts val="1900"/>
              <a:buChar char="○"/>
              <a:defRPr/>
            </a:lvl8pPr>
            <a:lvl9pPr marL="4114800" lvl="8" indent="-349250">
              <a:spcBef>
                <a:spcPts val="2100"/>
              </a:spcBef>
              <a:spcAft>
                <a:spcPts val="2100"/>
              </a:spcAft>
              <a:buSzPts val="1900"/>
              <a:buChar char="■"/>
              <a:defRPr/>
            </a:lvl9pPr>
          </a:lstStyle>
          <a:p>
            <a:endParaRPr/>
          </a:p>
        </p:txBody>
      </p:sp>
      <p:sp>
        <p:nvSpPr>
          <p:cNvPr id="47" name="Google Shape;47;g6dad9273e7_0_33"/>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8"/>
        <p:cNvGrpSpPr/>
        <p:nvPr/>
      </p:nvGrpSpPr>
      <p:grpSpPr>
        <a:xfrm>
          <a:off x="0" y="0"/>
          <a:ext cx="0" cy="0"/>
          <a:chOff x="0" y="0"/>
          <a:chExt cx="0" cy="0"/>
        </a:xfrm>
      </p:grpSpPr>
      <p:sp>
        <p:nvSpPr>
          <p:cNvPr id="49" name="Google Shape;49;g6dad9273e7_0_39"/>
          <p:cNvSpPr txBox="1">
            <a:spLocks noGrp="1"/>
          </p:cNvSpPr>
          <p:nvPr>
            <p:ph type="body" idx="1"/>
          </p:nvPr>
        </p:nvSpPr>
        <p:spPr>
          <a:xfrm>
            <a:off x="415600" y="5640767"/>
            <a:ext cx="7998300" cy="806700"/>
          </a:xfrm>
          <a:prstGeom prst="rect">
            <a:avLst/>
          </a:prstGeom>
        </p:spPr>
        <p:txBody>
          <a:bodyPr spcFirstLastPara="1" wrap="square" lIns="121900" tIns="121900" rIns="121900" bIns="121900" anchor="ctr" anchorCtr="0">
            <a:noAutofit/>
          </a:bodyPr>
          <a:lstStyle>
            <a:lvl1pPr marL="457200" lvl="0" indent="-228600">
              <a:lnSpc>
                <a:spcPct val="100000"/>
              </a:lnSpc>
              <a:spcBef>
                <a:spcPts val="0"/>
              </a:spcBef>
              <a:spcAft>
                <a:spcPts val="0"/>
              </a:spcAft>
              <a:buSzPts val="2400"/>
              <a:buNone/>
              <a:defRPr/>
            </a:lvl1pPr>
          </a:lstStyle>
          <a:p>
            <a:endParaRPr/>
          </a:p>
        </p:txBody>
      </p:sp>
      <p:sp>
        <p:nvSpPr>
          <p:cNvPr id="50" name="Google Shape;50;g6dad9273e7_0_39"/>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1"/>
        <p:cNvGrpSpPr/>
        <p:nvPr/>
      </p:nvGrpSpPr>
      <p:grpSpPr>
        <a:xfrm>
          <a:off x="0" y="0"/>
          <a:ext cx="0" cy="0"/>
          <a:chOff x="0" y="0"/>
          <a:chExt cx="0" cy="0"/>
        </a:xfrm>
      </p:grpSpPr>
      <p:sp>
        <p:nvSpPr>
          <p:cNvPr id="52" name="Google Shape;52;g6dad9273e7_0_42"/>
          <p:cNvSpPr txBox="1">
            <a:spLocks noGrp="1"/>
          </p:cNvSpPr>
          <p:nvPr>
            <p:ph type="title" hasCustomPrompt="1"/>
          </p:nvPr>
        </p:nvSpPr>
        <p:spPr>
          <a:xfrm>
            <a:off x="415600" y="1474833"/>
            <a:ext cx="11360700" cy="2618100"/>
          </a:xfrm>
          <a:prstGeom prst="rect">
            <a:avLst/>
          </a:prstGeom>
        </p:spPr>
        <p:txBody>
          <a:bodyPr spcFirstLastPara="1" wrap="square" lIns="121900" tIns="121900" rIns="121900" bIns="121900" anchor="b" anchorCtr="0">
            <a:noAutofit/>
          </a:bodyPr>
          <a:lstStyle>
            <a:lvl1pPr lvl="0" algn="ctr">
              <a:spcBef>
                <a:spcPts val="0"/>
              </a:spcBef>
              <a:spcAft>
                <a:spcPts val="0"/>
              </a:spcAft>
              <a:buSzPts val="16000"/>
              <a:buNone/>
              <a:defRPr sz="16000"/>
            </a:lvl1pPr>
            <a:lvl2pPr lvl="1" algn="ctr">
              <a:spcBef>
                <a:spcPts val="0"/>
              </a:spcBef>
              <a:spcAft>
                <a:spcPts val="0"/>
              </a:spcAft>
              <a:buSzPts val="16000"/>
              <a:buNone/>
              <a:defRPr sz="16000"/>
            </a:lvl2pPr>
            <a:lvl3pPr lvl="2" algn="ctr">
              <a:spcBef>
                <a:spcPts val="0"/>
              </a:spcBef>
              <a:spcAft>
                <a:spcPts val="0"/>
              </a:spcAft>
              <a:buSzPts val="16000"/>
              <a:buNone/>
              <a:defRPr sz="16000"/>
            </a:lvl3pPr>
            <a:lvl4pPr lvl="3" algn="ctr">
              <a:spcBef>
                <a:spcPts val="0"/>
              </a:spcBef>
              <a:spcAft>
                <a:spcPts val="0"/>
              </a:spcAft>
              <a:buSzPts val="16000"/>
              <a:buNone/>
              <a:defRPr sz="16000"/>
            </a:lvl4pPr>
            <a:lvl5pPr lvl="4" algn="ctr">
              <a:spcBef>
                <a:spcPts val="0"/>
              </a:spcBef>
              <a:spcAft>
                <a:spcPts val="0"/>
              </a:spcAft>
              <a:buSzPts val="16000"/>
              <a:buNone/>
              <a:defRPr sz="16000"/>
            </a:lvl5pPr>
            <a:lvl6pPr lvl="5" algn="ctr">
              <a:spcBef>
                <a:spcPts val="0"/>
              </a:spcBef>
              <a:spcAft>
                <a:spcPts val="0"/>
              </a:spcAft>
              <a:buSzPts val="16000"/>
              <a:buNone/>
              <a:defRPr sz="16000"/>
            </a:lvl6pPr>
            <a:lvl7pPr lvl="6" algn="ctr">
              <a:spcBef>
                <a:spcPts val="0"/>
              </a:spcBef>
              <a:spcAft>
                <a:spcPts val="0"/>
              </a:spcAft>
              <a:buSzPts val="16000"/>
              <a:buNone/>
              <a:defRPr sz="16000"/>
            </a:lvl7pPr>
            <a:lvl8pPr lvl="7" algn="ctr">
              <a:spcBef>
                <a:spcPts val="0"/>
              </a:spcBef>
              <a:spcAft>
                <a:spcPts val="0"/>
              </a:spcAft>
              <a:buSzPts val="16000"/>
              <a:buNone/>
              <a:defRPr sz="16000"/>
            </a:lvl8pPr>
            <a:lvl9pPr lvl="8" algn="ctr">
              <a:spcBef>
                <a:spcPts val="0"/>
              </a:spcBef>
              <a:spcAft>
                <a:spcPts val="0"/>
              </a:spcAft>
              <a:buSzPts val="16000"/>
              <a:buNone/>
              <a:defRPr sz="16000"/>
            </a:lvl9pPr>
          </a:lstStyle>
          <a:p>
            <a:r>
              <a:t>xx%</a:t>
            </a:r>
          </a:p>
        </p:txBody>
      </p:sp>
      <p:sp>
        <p:nvSpPr>
          <p:cNvPr id="53" name="Google Shape;53;g6dad9273e7_0_42"/>
          <p:cNvSpPr txBox="1">
            <a:spLocks noGrp="1"/>
          </p:cNvSpPr>
          <p:nvPr>
            <p:ph type="body" idx="1"/>
          </p:nvPr>
        </p:nvSpPr>
        <p:spPr>
          <a:xfrm>
            <a:off x="415600" y="4202967"/>
            <a:ext cx="11360700" cy="1734300"/>
          </a:xfrm>
          <a:prstGeom prst="rect">
            <a:avLst/>
          </a:prstGeom>
        </p:spPr>
        <p:txBody>
          <a:bodyPr spcFirstLastPara="1" wrap="square" lIns="121900" tIns="121900" rIns="121900" bIns="121900" anchor="t" anchorCtr="0">
            <a:noAutofit/>
          </a:bodyPr>
          <a:lstStyle>
            <a:lvl1pPr marL="457200" lvl="0" indent="-381000" algn="ctr">
              <a:spcBef>
                <a:spcPts val="0"/>
              </a:spcBef>
              <a:spcAft>
                <a:spcPts val="0"/>
              </a:spcAft>
              <a:buSzPts val="2400"/>
              <a:buChar char="●"/>
              <a:defRPr/>
            </a:lvl1pPr>
            <a:lvl2pPr marL="914400" lvl="1" indent="-349250" algn="ctr">
              <a:spcBef>
                <a:spcPts val="2100"/>
              </a:spcBef>
              <a:spcAft>
                <a:spcPts val="0"/>
              </a:spcAft>
              <a:buSzPts val="1900"/>
              <a:buChar char="○"/>
              <a:defRPr/>
            </a:lvl2pPr>
            <a:lvl3pPr marL="1371600" lvl="2" indent="-349250" algn="ctr">
              <a:spcBef>
                <a:spcPts val="2100"/>
              </a:spcBef>
              <a:spcAft>
                <a:spcPts val="0"/>
              </a:spcAft>
              <a:buSzPts val="1900"/>
              <a:buChar char="■"/>
              <a:defRPr/>
            </a:lvl3pPr>
            <a:lvl4pPr marL="1828800" lvl="3" indent="-349250" algn="ctr">
              <a:spcBef>
                <a:spcPts val="2100"/>
              </a:spcBef>
              <a:spcAft>
                <a:spcPts val="0"/>
              </a:spcAft>
              <a:buSzPts val="1900"/>
              <a:buChar char="●"/>
              <a:defRPr/>
            </a:lvl4pPr>
            <a:lvl5pPr marL="2286000" lvl="4" indent="-349250" algn="ctr">
              <a:spcBef>
                <a:spcPts val="2100"/>
              </a:spcBef>
              <a:spcAft>
                <a:spcPts val="0"/>
              </a:spcAft>
              <a:buSzPts val="1900"/>
              <a:buChar char="○"/>
              <a:defRPr/>
            </a:lvl5pPr>
            <a:lvl6pPr marL="2743200" lvl="5" indent="-349250" algn="ctr">
              <a:spcBef>
                <a:spcPts val="2100"/>
              </a:spcBef>
              <a:spcAft>
                <a:spcPts val="0"/>
              </a:spcAft>
              <a:buSzPts val="1900"/>
              <a:buChar char="■"/>
              <a:defRPr/>
            </a:lvl6pPr>
            <a:lvl7pPr marL="3200400" lvl="6" indent="-349250" algn="ctr">
              <a:spcBef>
                <a:spcPts val="2100"/>
              </a:spcBef>
              <a:spcAft>
                <a:spcPts val="0"/>
              </a:spcAft>
              <a:buSzPts val="1900"/>
              <a:buChar char="●"/>
              <a:defRPr/>
            </a:lvl7pPr>
            <a:lvl8pPr marL="3657600" lvl="7" indent="-349250" algn="ctr">
              <a:spcBef>
                <a:spcPts val="2100"/>
              </a:spcBef>
              <a:spcAft>
                <a:spcPts val="0"/>
              </a:spcAft>
              <a:buSzPts val="1900"/>
              <a:buChar char="○"/>
              <a:defRPr/>
            </a:lvl8pPr>
            <a:lvl9pPr marL="4114800" lvl="8" indent="-349250" algn="ctr">
              <a:spcBef>
                <a:spcPts val="2100"/>
              </a:spcBef>
              <a:spcAft>
                <a:spcPts val="2100"/>
              </a:spcAft>
              <a:buSzPts val="1900"/>
              <a:buChar char="■"/>
              <a:defRPr/>
            </a:lvl9pPr>
          </a:lstStyle>
          <a:p>
            <a:endParaRPr/>
          </a:p>
        </p:txBody>
      </p:sp>
      <p:sp>
        <p:nvSpPr>
          <p:cNvPr id="54" name="Google Shape;54;g6dad9273e7_0_42"/>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5"/>
        <p:cNvGrpSpPr/>
        <p:nvPr/>
      </p:nvGrpSpPr>
      <p:grpSpPr>
        <a:xfrm>
          <a:off x="0" y="0"/>
          <a:ext cx="0" cy="0"/>
          <a:chOff x="0" y="0"/>
          <a:chExt cx="0" cy="0"/>
        </a:xfrm>
      </p:grpSpPr>
      <p:sp>
        <p:nvSpPr>
          <p:cNvPr id="56" name="Google Shape;56;g6dad9273e7_0_46"/>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57"/>
        <p:cNvGrpSpPr/>
        <p:nvPr/>
      </p:nvGrpSpPr>
      <p:grpSpPr>
        <a:xfrm>
          <a:off x="0" y="0"/>
          <a:ext cx="0" cy="0"/>
          <a:chOff x="0" y="0"/>
          <a:chExt cx="0" cy="0"/>
        </a:xfrm>
      </p:grpSpPr>
      <p:sp>
        <p:nvSpPr>
          <p:cNvPr id="58" name="Google Shape;58;g6dad9273e7_0_48"/>
          <p:cNvSpPr/>
          <p:nvPr/>
        </p:nvSpPr>
        <p:spPr>
          <a:xfrm>
            <a:off x="0" y="6434139"/>
            <a:ext cx="12192000" cy="423900"/>
          </a:xfrm>
          <a:prstGeom prst="rect">
            <a:avLst/>
          </a:prstGeom>
          <a:solidFill>
            <a:schemeClr val="dk2"/>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l" rtl="0">
              <a:spcBef>
                <a:spcPts val="0"/>
              </a:spcBef>
              <a:spcAft>
                <a:spcPts val="0"/>
              </a:spcAft>
              <a:buNone/>
            </a:pPr>
            <a:endParaRPr sz="1051" b="0" i="0" u="none" strike="noStrike" cap="none">
              <a:solidFill>
                <a:schemeClr val="lt1"/>
              </a:solidFill>
              <a:latin typeface="Arial"/>
              <a:ea typeface="Arial"/>
              <a:cs typeface="Arial"/>
              <a:sym typeface="Arial"/>
            </a:endParaRPr>
          </a:p>
          <a:p>
            <a:pPr marL="0" marR="0" lvl="0" indent="0" algn="l" rtl="0">
              <a:spcBef>
                <a:spcPts val="0"/>
              </a:spcBef>
              <a:spcAft>
                <a:spcPts val="0"/>
              </a:spcAft>
              <a:buNone/>
            </a:pPr>
            <a:r>
              <a:rPr lang="en-US" sz="1600" b="0" i="0" u="none" strike="noStrike" cap="none">
                <a:solidFill>
                  <a:schemeClr val="lt1"/>
                </a:solidFill>
                <a:latin typeface="Arial"/>
                <a:ea typeface="Arial"/>
                <a:cs typeface="Arial"/>
                <a:sym typeface="Arial"/>
              </a:rPr>
              <a:t>Rayid Ghani							University of Chicago                                                                      @rayidghani				</a:t>
            </a:r>
            <a:endParaRPr/>
          </a:p>
        </p:txBody>
      </p:sp>
      <p:sp>
        <p:nvSpPr>
          <p:cNvPr id="59" name="Google Shape;59;g6dad9273e7_0_48"/>
          <p:cNvSpPr/>
          <p:nvPr/>
        </p:nvSpPr>
        <p:spPr>
          <a:xfrm>
            <a:off x="0" y="2"/>
            <a:ext cx="12192000" cy="1206600"/>
          </a:xfrm>
          <a:prstGeom prst="rect">
            <a:avLst/>
          </a:prstGeom>
          <a:solidFill>
            <a:schemeClr val="dk2"/>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l" rtl="0">
              <a:spcBef>
                <a:spcPts val="0"/>
              </a:spcBef>
              <a:spcAft>
                <a:spcPts val="0"/>
              </a:spcAft>
              <a:buNone/>
            </a:pPr>
            <a:endParaRPr sz="1051" b="0" i="0" u="none" strike="noStrike" cap="none">
              <a:solidFill>
                <a:schemeClr val="lt1"/>
              </a:solidFill>
              <a:latin typeface="Arial"/>
              <a:ea typeface="Arial"/>
              <a:cs typeface="Arial"/>
              <a:sym typeface="Arial"/>
            </a:endParaRPr>
          </a:p>
        </p:txBody>
      </p:sp>
      <p:sp>
        <p:nvSpPr>
          <p:cNvPr id="60" name="Google Shape;60;g6dad9273e7_0_48"/>
          <p:cNvSpPr txBox="1">
            <a:spLocks noGrp="1"/>
          </p:cNvSpPr>
          <p:nvPr>
            <p:ph type="body" idx="1"/>
          </p:nvPr>
        </p:nvSpPr>
        <p:spPr>
          <a:xfrm>
            <a:off x="297706" y="1353807"/>
            <a:ext cx="11666400" cy="4954500"/>
          </a:xfrm>
          <a:prstGeom prst="rect">
            <a:avLst/>
          </a:prstGeom>
          <a:noFill/>
          <a:ln>
            <a:noFill/>
          </a:ln>
        </p:spPr>
        <p:txBody>
          <a:bodyPr spcFirstLastPara="1" wrap="square" lIns="91425" tIns="45700" rIns="91425" bIns="45700" anchor="t" anchorCtr="0">
            <a:noAutofit/>
          </a:bodyPr>
          <a:lstStyle>
            <a:lvl1pPr marL="457200" lvl="0" indent="-342900" algn="l" rtl="0">
              <a:spcBef>
                <a:spcPts val="360"/>
              </a:spcBef>
              <a:spcAft>
                <a:spcPts val="0"/>
              </a:spcAft>
              <a:buClr>
                <a:schemeClr val="dk1"/>
              </a:buClr>
              <a:buSzPts val="1800"/>
              <a:buChar char="●"/>
              <a:defRPr/>
            </a:lvl1pPr>
            <a:lvl2pPr marL="914400" lvl="1" indent="-342900" algn="l" rtl="0">
              <a:spcBef>
                <a:spcPts val="360"/>
              </a:spcBef>
              <a:spcAft>
                <a:spcPts val="0"/>
              </a:spcAft>
              <a:buClr>
                <a:schemeClr val="dk1"/>
              </a:buClr>
              <a:buSzPts val="1800"/>
              <a:buChar char="○"/>
              <a:defRPr/>
            </a:lvl2pPr>
            <a:lvl3pPr marL="1371600" lvl="2" indent="-342900" algn="l" rtl="0">
              <a:spcBef>
                <a:spcPts val="360"/>
              </a:spcBef>
              <a:spcAft>
                <a:spcPts val="0"/>
              </a:spcAft>
              <a:buClr>
                <a:schemeClr val="dk1"/>
              </a:buClr>
              <a:buSzPts val="1800"/>
              <a:buChar char="■"/>
              <a:defRPr/>
            </a:lvl3pPr>
            <a:lvl4pPr marL="1828800" lvl="3" indent="-342900" algn="l" rtl="0">
              <a:spcBef>
                <a:spcPts val="360"/>
              </a:spcBef>
              <a:spcAft>
                <a:spcPts val="0"/>
              </a:spcAft>
              <a:buClr>
                <a:schemeClr val="dk1"/>
              </a:buClr>
              <a:buSzPts val="1800"/>
              <a:buChar char="●"/>
              <a:defRPr/>
            </a:lvl4pPr>
            <a:lvl5pPr marL="2286000" lvl="4" indent="-342900" algn="l" rtl="0">
              <a:spcBef>
                <a:spcPts val="360"/>
              </a:spcBef>
              <a:spcAft>
                <a:spcPts val="0"/>
              </a:spcAft>
              <a:buClr>
                <a:schemeClr val="dk1"/>
              </a:buClr>
              <a:buSzPts val="1800"/>
              <a:buChar char="○"/>
              <a:defRPr/>
            </a:lvl5pPr>
            <a:lvl6pPr marL="2743200" lvl="5" indent="-342900" algn="l" rtl="0">
              <a:spcBef>
                <a:spcPts val="360"/>
              </a:spcBef>
              <a:spcAft>
                <a:spcPts val="0"/>
              </a:spcAft>
              <a:buClr>
                <a:schemeClr val="dk1"/>
              </a:buClr>
              <a:buSzPts val="1800"/>
              <a:buChar char="■"/>
              <a:defRPr/>
            </a:lvl6pPr>
            <a:lvl7pPr marL="3200400" lvl="6" indent="-342900" algn="l" rtl="0">
              <a:spcBef>
                <a:spcPts val="2100"/>
              </a:spcBef>
              <a:spcAft>
                <a:spcPts val="0"/>
              </a:spcAft>
              <a:buClr>
                <a:schemeClr val="dk1"/>
              </a:buClr>
              <a:buSzPts val="1800"/>
              <a:buChar char="●"/>
              <a:defRPr/>
            </a:lvl7pPr>
            <a:lvl8pPr marL="3657600" lvl="7" indent="-342900" algn="l" rtl="0">
              <a:spcBef>
                <a:spcPts val="2100"/>
              </a:spcBef>
              <a:spcAft>
                <a:spcPts val="0"/>
              </a:spcAft>
              <a:buClr>
                <a:schemeClr val="dk1"/>
              </a:buClr>
              <a:buSzPts val="1800"/>
              <a:buChar char="○"/>
              <a:defRPr/>
            </a:lvl8pPr>
            <a:lvl9pPr marL="4114800" lvl="8" indent="-342900" algn="l" rtl="0">
              <a:spcBef>
                <a:spcPts val="2100"/>
              </a:spcBef>
              <a:spcAft>
                <a:spcPts val="2100"/>
              </a:spcAft>
              <a:buClr>
                <a:schemeClr val="dk1"/>
              </a:buClr>
              <a:buSzPts val="1800"/>
              <a:buChar char="■"/>
              <a:defRPr/>
            </a:lvl9pPr>
          </a:lstStyle>
          <a:p>
            <a:endParaRPr/>
          </a:p>
        </p:txBody>
      </p:sp>
      <p:sp>
        <p:nvSpPr>
          <p:cNvPr id="61" name="Google Shape;61;g6dad9273e7_0_48"/>
          <p:cNvSpPr txBox="1">
            <a:spLocks noGrp="1"/>
          </p:cNvSpPr>
          <p:nvPr>
            <p:ph type="title"/>
          </p:nvPr>
        </p:nvSpPr>
        <p:spPr>
          <a:xfrm>
            <a:off x="0" y="23412"/>
            <a:ext cx="12192000" cy="11430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3700"/>
              <a:buNone/>
              <a:defRPr>
                <a:solidFill>
                  <a:srgbClr val="F2F2F2"/>
                </a:solidFill>
              </a:defRPr>
            </a:lvl1pPr>
            <a:lvl2pPr lvl="1" algn="ctr" rtl="0">
              <a:spcBef>
                <a:spcPts val="0"/>
              </a:spcBef>
              <a:spcAft>
                <a:spcPts val="0"/>
              </a:spcAft>
              <a:buSzPts val="3700"/>
              <a:buNone/>
              <a:defRPr/>
            </a:lvl2pPr>
            <a:lvl3pPr lvl="2" algn="ctr" rtl="0">
              <a:spcBef>
                <a:spcPts val="0"/>
              </a:spcBef>
              <a:spcAft>
                <a:spcPts val="0"/>
              </a:spcAft>
              <a:buSzPts val="3700"/>
              <a:buNone/>
              <a:defRPr/>
            </a:lvl3pPr>
            <a:lvl4pPr lvl="3" algn="ctr" rtl="0">
              <a:spcBef>
                <a:spcPts val="0"/>
              </a:spcBef>
              <a:spcAft>
                <a:spcPts val="0"/>
              </a:spcAft>
              <a:buSzPts val="3700"/>
              <a:buNone/>
              <a:defRPr/>
            </a:lvl4pPr>
            <a:lvl5pPr lvl="4" algn="ctr" rtl="0">
              <a:spcBef>
                <a:spcPts val="0"/>
              </a:spcBef>
              <a:spcAft>
                <a:spcPts val="0"/>
              </a:spcAft>
              <a:buSzPts val="3700"/>
              <a:buNone/>
              <a:defRPr/>
            </a:lvl5pPr>
            <a:lvl6pPr lvl="5" algn="ctr" rtl="0">
              <a:spcBef>
                <a:spcPts val="0"/>
              </a:spcBef>
              <a:spcAft>
                <a:spcPts val="0"/>
              </a:spcAft>
              <a:buSzPts val="3700"/>
              <a:buNone/>
              <a:defRPr/>
            </a:lvl6pPr>
            <a:lvl7pPr lvl="6" algn="ctr" rtl="0">
              <a:spcBef>
                <a:spcPts val="0"/>
              </a:spcBef>
              <a:spcAft>
                <a:spcPts val="0"/>
              </a:spcAft>
              <a:buSzPts val="3700"/>
              <a:buNone/>
              <a:defRPr/>
            </a:lvl7pPr>
            <a:lvl8pPr lvl="7" algn="ctr" rtl="0">
              <a:spcBef>
                <a:spcPts val="0"/>
              </a:spcBef>
              <a:spcAft>
                <a:spcPts val="0"/>
              </a:spcAft>
              <a:buSzPts val="3700"/>
              <a:buNone/>
              <a:defRPr/>
            </a:lvl8pPr>
            <a:lvl9pPr lvl="8" algn="ctr" rtl="0">
              <a:spcBef>
                <a:spcPts val="0"/>
              </a:spcBef>
              <a:spcAft>
                <a:spcPts val="0"/>
              </a:spcAft>
              <a:buSzPts val="37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1_Title and Content">
  <p:cSld name="1_Title and Content">
    <p:spTree>
      <p:nvGrpSpPr>
        <p:cNvPr id="1" name="Shape 62"/>
        <p:cNvGrpSpPr/>
        <p:nvPr/>
      </p:nvGrpSpPr>
      <p:grpSpPr>
        <a:xfrm>
          <a:off x="0" y="0"/>
          <a:ext cx="0" cy="0"/>
          <a:chOff x="0" y="0"/>
          <a:chExt cx="0" cy="0"/>
        </a:xfrm>
      </p:grpSpPr>
      <p:sp>
        <p:nvSpPr>
          <p:cNvPr id="63" name="Google Shape;63;g6dad9273e7_0_53"/>
          <p:cNvSpPr txBox="1">
            <a:spLocks noGrp="1"/>
          </p:cNvSpPr>
          <p:nvPr>
            <p:ph type="body" idx="1"/>
          </p:nvPr>
        </p:nvSpPr>
        <p:spPr>
          <a:xfrm>
            <a:off x="297706" y="1353807"/>
            <a:ext cx="11666400" cy="4954500"/>
          </a:xfrm>
          <a:prstGeom prst="rect">
            <a:avLst/>
          </a:prstGeom>
          <a:noFill/>
          <a:ln>
            <a:noFill/>
          </a:ln>
        </p:spPr>
        <p:txBody>
          <a:bodyPr spcFirstLastPara="1" wrap="square" lIns="91425" tIns="45700" rIns="91425" bIns="45700" anchor="t" anchorCtr="0">
            <a:noAutofit/>
          </a:bodyPr>
          <a:lstStyle>
            <a:lvl1pPr marL="457200" lvl="0" indent="-342900" algn="l" rtl="0">
              <a:spcBef>
                <a:spcPts val="360"/>
              </a:spcBef>
              <a:spcAft>
                <a:spcPts val="0"/>
              </a:spcAft>
              <a:buClr>
                <a:schemeClr val="dk1"/>
              </a:buClr>
              <a:buSzPts val="1800"/>
              <a:buChar char="●"/>
              <a:defRPr/>
            </a:lvl1pPr>
            <a:lvl2pPr marL="914400" lvl="1" indent="-342900" algn="l" rtl="0">
              <a:spcBef>
                <a:spcPts val="360"/>
              </a:spcBef>
              <a:spcAft>
                <a:spcPts val="0"/>
              </a:spcAft>
              <a:buClr>
                <a:schemeClr val="dk1"/>
              </a:buClr>
              <a:buSzPts val="1800"/>
              <a:buChar char="○"/>
              <a:defRPr/>
            </a:lvl2pPr>
            <a:lvl3pPr marL="1371600" lvl="2" indent="-342900" algn="l" rtl="0">
              <a:spcBef>
                <a:spcPts val="360"/>
              </a:spcBef>
              <a:spcAft>
                <a:spcPts val="0"/>
              </a:spcAft>
              <a:buClr>
                <a:schemeClr val="dk1"/>
              </a:buClr>
              <a:buSzPts val="1800"/>
              <a:buChar char="■"/>
              <a:defRPr/>
            </a:lvl3pPr>
            <a:lvl4pPr marL="1828800" lvl="3" indent="-342900" algn="l" rtl="0">
              <a:spcBef>
                <a:spcPts val="360"/>
              </a:spcBef>
              <a:spcAft>
                <a:spcPts val="0"/>
              </a:spcAft>
              <a:buClr>
                <a:schemeClr val="dk1"/>
              </a:buClr>
              <a:buSzPts val="1800"/>
              <a:buChar char="●"/>
              <a:defRPr/>
            </a:lvl4pPr>
            <a:lvl5pPr marL="2286000" lvl="4" indent="-342900" algn="l" rtl="0">
              <a:spcBef>
                <a:spcPts val="360"/>
              </a:spcBef>
              <a:spcAft>
                <a:spcPts val="0"/>
              </a:spcAft>
              <a:buClr>
                <a:schemeClr val="dk1"/>
              </a:buClr>
              <a:buSzPts val="1800"/>
              <a:buChar char="○"/>
              <a:defRPr/>
            </a:lvl5pPr>
            <a:lvl6pPr marL="2743200" lvl="5" indent="-342900" algn="l" rtl="0">
              <a:spcBef>
                <a:spcPts val="360"/>
              </a:spcBef>
              <a:spcAft>
                <a:spcPts val="0"/>
              </a:spcAft>
              <a:buClr>
                <a:schemeClr val="dk1"/>
              </a:buClr>
              <a:buSzPts val="1800"/>
              <a:buChar char="■"/>
              <a:defRPr/>
            </a:lvl6pPr>
            <a:lvl7pPr marL="3200400" lvl="6" indent="-342900" algn="l" rtl="0">
              <a:spcBef>
                <a:spcPts val="2100"/>
              </a:spcBef>
              <a:spcAft>
                <a:spcPts val="0"/>
              </a:spcAft>
              <a:buClr>
                <a:schemeClr val="dk1"/>
              </a:buClr>
              <a:buSzPts val="1800"/>
              <a:buChar char="●"/>
              <a:defRPr/>
            </a:lvl7pPr>
            <a:lvl8pPr marL="3657600" lvl="7" indent="-342900" algn="l" rtl="0">
              <a:spcBef>
                <a:spcPts val="2100"/>
              </a:spcBef>
              <a:spcAft>
                <a:spcPts val="0"/>
              </a:spcAft>
              <a:buClr>
                <a:schemeClr val="dk1"/>
              </a:buClr>
              <a:buSzPts val="1800"/>
              <a:buChar char="○"/>
              <a:defRPr/>
            </a:lvl8pPr>
            <a:lvl9pPr marL="4114800" lvl="8" indent="-342900" algn="l" rtl="0">
              <a:spcBef>
                <a:spcPts val="2100"/>
              </a:spcBef>
              <a:spcAft>
                <a:spcPts val="2100"/>
              </a:spcAft>
              <a:buClr>
                <a:schemeClr val="dk1"/>
              </a:buClr>
              <a:buSzPts val="1800"/>
              <a:buChar char="■"/>
              <a:defRPr/>
            </a:lvl9pPr>
          </a:lstStyle>
          <a:p>
            <a:endParaRPr/>
          </a:p>
        </p:txBody>
      </p:sp>
      <p:sp>
        <p:nvSpPr>
          <p:cNvPr id="64" name="Google Shape;64;g6dad9273e7_0_53"/>
          <p:cNvSpPr txBox="1"/>
          <p:nvPr/>
        </p:nvSpPr>
        <p:spPr>
          <a:xfrm>
            <a:off x="0" y="1"/>
            <a:ext cx="12192000" cy="1069800"/>
          </a:xfrm>
          <a:prstGeom prst="rect">
            <a:avLst/>
          </a:prstGeom>
          <a:solidFill>
            <a:srgbClr val="800000"/>
          </a:solidFill>
          <a:ln>
            <a:noFill/>
          </a:ln>
        </p:spPr>
        <p:txBody>
          <a:bodyPr spcFirstLastPara="1" wrap="square" lIns="121900" tIns="60950" rIns="121900" bIns="60950" anchor="ctr" anchorCtr="0">
            <a:noAutofit/>
          </a:bodyPr>
          <a:lstStyle/>
          <a:p>
            <a:pPr marL="0" marR="0" lvl="0" indent="0" algn="ctr" rtl="0">
              <a:spcBef>
                <a:spcPts val="0"/>
              </a:spcBef>
              <a:spcAft>
                <a:spcPts val="0"/>
              </a:spcAft>
              <a:buNone/>
            </a:pPr>
            <a:endParaRPr sz="3300" b="0" i="0" u="none" strike="noStrike" cap="none">
              <a:solidFill>
                <a:schemeClr val="lt1"/>
              </a:solidFill>
              <a:latin typeface="Calibri"/>
              <a:ea typeface="Calibri"/>
              <a:cs typeface="Calibri"/>
              <a:sym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9"/>
        <p:cNvGrpSpPr/>
        <p:nvPr/>
      </p:nvGrpSpPr>
      <p:grpSpPr>
        <a:xfrm>
          <a:off x="0" y="0"/>
          <a:ext cx="0" cy="0"/>
          <a:chOff x="0" y="0"/>
          <a:chExt cx="0" cy="0"/>
        </a:xfrm>
      </p:grpSpPr>
      <p:sp>
        <p:nvSpPr>
          <p:cNvPr id="10" name="Google Shape;10;g6dad9273e7_0_0"/>
          <p:cNvSpPr txBox="1">
            <a:spLocks noGrp="1"/>
          </p:cNvSpPr>
          <p:nvPr>
            <p:ph type="title"/>
          </p:nvPr>
        </p:nvSpPr>
        <p:spPr>
          <a:xfrm>
            <a:off x="415600" y="593367"/>
            <a:ext cx="11360700" cy="763500"/>
          </a:xfrm>
          <a:prstGeom prst="rect">
            <a:avLst/>
          </a:prstGeom>
          <a:noFill/>
          <a:ln>
            <a:noFill/>
          </a:ln>
        </p:spPr>
        <p:txBody>
          <a:bodyPr spcFirstLastPara="1" wrap="square" lIns="121900" tIns="121900" rIns="121900" bIns="121900" anchor="t" anchorCtr="0">
            <a:noAutofit/>
          </a:bodyPr>
          <a:lstStyle>
            <a:lvl1pPr lvl="0">
              <a:spcBef>
                <a:spcPts val="0"/>
              </a:spcBef>
              <a:spcAft>
                <a:spcPts val="0"/>
              </a:spcAft>
              <a:buClr>
                <a:schemeClr val="dk1"/>
              </a:buClr>
              <a:buSzPts val="3700"/>
              <a:buNone/>
              <a:defRPr sz="3700">
                <a:solidFill>
                  <a:schemeClr val="dk1"/>
                </a:solidFill>
              </a:defRPr>
            </a:lvl1pPr>
            <a:lvl2pPr lvl="1">
              <a:spcBef>
                <a:spcPts val="0"/>
              </a:spcBef>
              <a:spcAft>
                <a:spcPts val="0"/>
              </a:spcAft>
              <a:buClr>
                <a:schemeClr val="dk1"/>
              </a:buClr>
              <a:buSzPts val="3700"/>
              <a:buNone/>
              <a:defRPr sz="3700">
                <a:solidFill>
                  <a:schemeClr val="dk1"/>
                </a:solidFill>
              </a:defRPr>
            </a:lvl2pPr>
            <a:lvl3pPr lvl="2">
              <a:spcBef>
                <a:spcPts val="0"/>
              </a:spcBef>
              <a:spcAft>
                <a:spcPts val="0"/>
              </a:spcAft>
              <a:buClr>
                <a:schemeClr val="dk1"/>
              </a:buClr>
              <a:buSzPts val="3700"/>
              <a:buNone/>
              <a:defRPr sz="3700">
                <a:solidFill>
                  <a:schemeClr val="dk1"/>
                </a:solidFill>
              </a:defRPr>
            </a:lvl3pPr>
            <a:lvl4pPr lvl="3">
              <a:spcBef>
                <a:spcPts val="0"/>
              </a:spcBef>
              <a:spcAft>
                <a:spcPts val="0"/>
              </a:spcAft>
              <a:buClr>
                <a:schemeClr val="dk1"/>
              </a:buClr>
              <a:buSzPts val="3700"/>
              <a:buNone/>
              <a:defRPr sz="3700">
                <a:solidFill>
                  <a:schemeClr val="dk1"/>
                </a:solidFill>
              </a:defRPr>
            </a:lvl4pPr>
            <a:lvl5pPr lvl="4">
              <a:spcBef>
                <a:spcPts val="0"/>
              </a:spcBef>
              <a:spcAft>
                <a:spcPts val="0"/>
              </a:spcAft>
              <a:buClr>
                <a:schemeClr val="dk1"/>
              </a:buClr>
              <a:buSzPts val="3700"/>
              <a:buNone/>
              <a:defRPr sz="3700">
                <a:solidFill>
                  <a:schemeClr val="dk1"/>
                </a:solidFill>
              </a:defRPr>
            </a:lvl5pPr>
            <a:lvl6pPr lvl="5">
              <a:spcBef>
                <a:spcPts val="0"/>
              </a:spcBef>
              <a:spcAft>
                <a:spcPts val="0"/>
              </a:spcAft>
              <a:buClr>
                <a:schemeClr val="dk1"/>
              </a:buClr>
              <a:buSzPts val="3700"/>
              <a:buNone/>
              <a:defRPr sz="3700">
                <a:solidFill>
                  <a:schemeClr val="dk1"/>
                </a:solidFill>
              </a:defRPr>
            </a:lvl6pPr>
            <a:lvl7pPr lvl="6">
              <a:spcBef>
                <a:spcPts val="0"/>
              </a:spcBef>
              <a:spcAft>
                <a:spcPts val="0"/>
              </a:spcAft>
              <a:buClr>
                <a:schemeClr val="dk1"/>
              </a:buClr>
              <a:buSzPts val="3700"/>
              <a:buNone/>
              <a:defRPr sz="3700">
                <a:solidFill>
                  <a:schemeClr val="dk1"/>
                </a:solidFill>
              </a:defRPr>
            </a:lvl7pPr>
            <a:lvl8pPr lvl="7">
              <a:spcBef>
                <a:spcPts val="0"/>
              </a:spcBef>
              <a:spcAft>
                <a:spcPts val="0"/>
              </a:spcAft>
              <a:buClr>
                <a:schemeClr val="dk1"/>
              </a:buClr>
              <a:buSzPts val="3700"/>
              <a:buNone/>
              <a:defRPr sz="3700">
                <a:solidFill>
                  <a:schemeClr val="dk1"/>
                </a:solidFill>
              </a:defRPr>
            </a:lvl8pPr>
            <a:lvl9pPr lvl="8">
              <a:spcBef>
                <a:spcPts val="0"/>
              </a:spcBef>
              <a:spcAft>
                <a:spcPts val="0"/>
              </a:spcAft>
              <a:buClr>
                <a:schemeClr val="dk1"/>
              </a:buClr>
              <a:buSzPts val="3700"/>
              <a:buNone/>
              <a:defRPr sz="3700">
                <a:solidFill>
                  <a:schemeClr val="dk1"/>
                </a:solidFill>
              </a:defRPr>
            </a:lvl9pPr>
          </a:lstStyle>
          <a:p>
            <a:endParaRPr/>
          </a:p>
        </p:txBody>
      </p:sp>
      <p:sp>
        <p:nvSpPr>
          <p:cNvPr id="11" name="Google Shape;11;g6dad9273e7_0_0"/>
          <p:cNvSpPr txBox="1">
            <a:spLocks noGrp="1"/>
          </p:cNvSpPr>
          <p:nvPr>
            <p:ph type="body" idx="1"/>
          </p:nvPr>
        </p:nvSpPr>
        <p:spPr>
          <a:xfrm>
            <a:off x="415600" y="1536633"/>
            <a:ext cx="11360700" cy="4555200"/>
          </a:xfrm>
          <a:prstGeom prst="rect">
            <a:avLst/>
          </a:prstGeom>
          <a:noFill/>
          <a:ln>
            <a:noFill/>
          </a:ln>
        </p:spPr>
        <p:txBody>
          <a:bodyPr spcFirstLastPara="1" wrap="square" lIns="121900" tIns="121900" rIns="121900" bIns="121900" anchor="t" anchorCtr="0">
            <a:noAutofit/>
          </a:bodyPr>
          <a:lstStyle>
            <a:lvl1pPr marL="457200" lvl="0" indent="-381000">
              <a:lnSpc>
                <a:spcPct val="115000"/>
              </a:lnSpc>
              <a:spcBef>
                <a:spcPts val="0"/>
              </a:spcBef>
              <a:spcAft>
                <a:spcPts val="0"/>
              </a:spcAft>
              <a:buClr>
                <a:schemeClr val="dk2"/>
              </a:buClr>
              <a:buSzPts val="2400"/>
              <a:buChar char="●"/>
              <a:defRPr sz="2400">
                <a:solidFill>
                  <a:schemeClr val="dk2"/>
                </a:solidFill>
              </a:defRPr>
            </a:lvl1pPr>
            <a:lvl2pPr marL="914400" lvl="1" indent="-349250">
              <a:lnSpc>
                <a:spcPct val="115000"/>
              </a:lnSpc>
              <a:spcBef>
                <a:spcPts val="2100"/>
              </a:spcBef>
              <a:spcAft>
                <a:spcPts val="0"/>
              </a:spcAft>
              <a:buClr>
                <a:schemeClr val="dk2"/>
              </a:buClr>
              <a:buSzPts val="1900"/>
              <a:buChar char="○"/>
              <a:defRPr sz="1900">
                <a:solidFill>
                  <a:schemeClr val="dk2"/>
                </a:solidFill>
              </a:defRPr>
            </a:lvl2pPr>
            <a:lvl3pPr marL="1371600" lvl="2" indent="-349250">
              <a:lnSpc>
                <a:spcPct val="115000"/>
              </a:lnSpc>
              <a:spcBef>
                <a:spcPts val="2100"/>
              </a:spcBef>
              <a:spcAft>
                <a:spcPts val="0"/>
              </a:spcAft>
              <a:buClr>
                <a:schemeClr val="dk2"/>
              </a:buClr>
              <a:buSzPts val="1900"/>
              <a:buChar char="■"/>
              <a:defRPr sz="1900">
                <a:solidFill>
                  <a:schemeClr val="dk2"/>
                </a:solidFill>
              </a:defRPr>
            </a:lvl3pPr>
            <a:lvl4pPr marL="1828800" lvl="3" indent="-349250">
              <a:lnSpc>
                <a:spcPct val="115000"/>
              </a:lnSpc>
              <a:spcBef>
                <a:spcPts val="2100"/>
              </a:spcBef>
              <a:spcAft>
                <a:spcPts val="0"/>
              </a:spcAft>
              <a:buClr>
                <a:schemeClr val="dk2"/>
              </a:buClr>
              <a:buSzPts val="1900"/>
              <a:buChar char="●"/>
              <a:defRPr sz="1900">
                <a:solidFill>
                  <a:schemeClr val="dk2"/>
                </a:solidFill>
              </a:defRPr>
            </a:lvl4pPr>
            <a:lvl5pPr marL="2286000" lvl="4" indent="-349250">
              <a:lnSpc>
                <a:spcPct val="115000"/>
              </a:lnSpc>
              <a:spcBef>
                <a:spcPts val="2100"/>
              </a:spcBef>
              <a:spcAft>
                <a:spcPts val="0"/>
              </a:spcAft>
              <a:buClr>
                <a:schemeClr val="dk2"/>
              </a:buClr>
              <a:buSzPts val="1900"/>
              <a:buChar char="○"/>
              <a:defRPr sz="1900">
                <a:solidFill>
                  <a:schemeClr val="dk2"/>
                </a:solidFill>
              </a:defRPr>
            </a:lvl5pPr>
            <a:lvl6pPr marL="2743200" lvl="5" indent="-349250">
              <a:lnSpc>
                <a:spcPct val="115000"/>
              </a:lnSpc>
              <a:spcBef>
                <a:spcPts val="2100"/>
              </a:spcBef>
              <a:spcAft>
                <a:spcPts val="0"/>
              </a:spcAft>
              <a:buClr>
                <a:schemeClr val="dk2"/>
              </a:buClr>
              <a:buSzPts val="1900"/>
              <a:buChar char="■"/>
              <a:defRPr sz="1900">
                <a:solidFill>
                  <a:schemeClr val="dk2"/>
                </a:solidFill>
              </a:defRPr>
            </a:lvl6pPr>
            <a:lvl7pPr marL="3200400" lvl="6" indent="-349250">
              <a:lnSpc>
                <a:spcPct val="115000"/>
              </a:lnSpc>
              <a:spcBef>
                <a:spcPts val="2100"/>
              </a:spcBef>
              <a:spcAft>
                <a:spcPts val="0"/>
              </a:spcAft>
              <a:buClr>
                <a:schemeClr val="dk2"/>
              </a:buClr>
              <a:buSzPts val="1900"/>
              <a:buChar char="●"/>
              <a:defRPr sz="1900">
                <a:solidFill>
                  <a:schemeClr val="dk2"/>
                </a:solidFill>
              </a:defRPr>
            </a:lvl7pPr>
            <a:lvl8pPr marL="3657600" lvl="7" indent="-349250">
              <a:lnSpc>
                <a:spcPct val="115000"/>
              </a:lnSpc>
              <a:spcBef>
                <a:spcPts val="2100"/>
              </a:spcBef>
              <a:spcAft>
                <a:spcPts val="0"/>
              </a:spcAft>
              <a:buClr>
                <a:schemeClr val="dk2"/>
              </a:buClr>
              <a:buSzPts val="1900"/>
              <a:buChar char="○"/>
              <a:defRPr sz="1900">
                <a:solidFill>
                  <a:schemeClr val="dk2"/>
                </a:solidFill>
              </a:defRPr>
            </a:lvl8pPr>
            <a:lvl9pPr marL="4114800" lvl="8" indent="-349250">
              <a:lnSpc>
                <a:spcPct val="115000"/>
              </a:lnSpc>
              <a:spcBef>
                <a:spcPts val="2100"/>
              </a:spcBef>
              <a:spcAft>
                <a:spcPts val="2100"/>
              </a:spcAft>
              <a:buClr>
                <a:schemeClr val="dk2"/>
              </a:buClr>
              <a:buSzPts val="1900"/>
              <a:buChar char="■"/>
              <a:defRPr sz="1900">
                <a:solidFill>
                  <a:schemeClr val="dk2"/>
                </a:solidFill>
              </a:defRPr>
            </a:lvl9pPr>
          </a:lstStyle>
          <a:p>
            <a:endParaRPr/>
          </a:p>
        </p:txBody>
      </p:sp>
      <p:sp>
        <p:nvSpPr>
          <p:cNvPr id="12" name="Google Shape;12;g6dad9273e7_0_0"/>
          <p:cNvSpPr txBox="1">
            <a:spLocks noGrp="1"/>
          </p:cNvSpPr>
          <p:nvPr>
            <p:ph type="sldNum" idx="12"/>
          </p:nvPr>
        </p:nvSpPr>
        <p:spPr>
          <a:xfrm>
            <a:off x="11296610" y="6217622"/>
            <a:ext cx="731700" cy="524700"/>
          </a:xfrm>
          <a:prstGeom prst="rect">
            <a:avLst/>
          </a:prstGeom>
          <a:noFill/>
          <a:ln>
            <a:noFill/>
          </a:ln>
        </p:spPr>
        <p:txBody>
          <a:bodyPr spcFirstLastPara="1" wrap="square" lIns="121900" tIns="121900" rIns="121900" bIns="121900" anchor="ctr" anchorCtr="0">
            <a:noAutofit/>
          </a:bodyPr>
          <a:lstStyle>
            <a:lvl1pPr lvl="0" algn="r">
              <a:buNone/>
              <a:defRPr sz="1300">
                <a:solidFill>
                  <a:schemeClr val="dk2"/>
                </a:solidFill>
              </a:defRPr>
            </a:lvl1pPr>
            <a:lvl2pPr lvl="1" algn="r">
              <a:buNone/>
              <a:defRPr sz="1300">
                <a:solidFill>
                  <a:schemeClr val="dk2"/>
                </a:solidFill>
              </a:defRPr>
            </a:lvl2pPr>
            <a:lvl3pPr lvl="2" algn="r">
              <a:buNone/>
              <a:defRPr sz="1300">
                <a:solidFill>
                  <a:schemeClr val="dk2"/>
                </a:solidFill>
              </a:defRPr>
            </a:lvl3pPr>
            <a:lvl4pPr lvl="3" algn="r">
              <a:buNone/>
              <a:defRPr sz="1300">
                <a:solidFill>
                  <a:schemeClr val="dk2"/>
                </a:solidFill>
              </a:defRPr>
            </a:lvl4pPr>
            <a:lvl5pPr lvl="4" algn="r">
              <a:buNone/>
              <a:defRPr sz="1300">
                <a:solidFill>
                  <a:schemeClr val="dk2"/>
                </a:solidFill>
              </a:defRPr>
            </a:lvl5pPr>
            <a:lvl6pPr lvl="5" algn="r">
              <a:buNone/>
              <a:defRPr sz="1300">
                <a:solidFill>
                  <a:schemeClr val="dk2"/>
                </a:solidFill>
              </a:defRPr>
            </a:lvl6pPr>
            <a:lvl7pPr lvl="6" algn="r">
              <a:buNone/>
              <a:defRPr sz="1300">
                <a:solidFill>
                  <a:schemeClr val="dk2"/>
                </a:solidFill>
              </a:defRPr>
            </a:lvl7pPr>
            <a:lvl8pPr lvl="7" algn="r">
              <a:buNone/>
              <a:defRPr sz="1300">
                <a:solidFill>
                  <a:schemeClr val="dk2"/>
                </a:solidFill>
              </a:defRPr>
            </a:lvl8pPr>
            <a:lvl9pPr lvl="8" algn="r">
              <a:buNone/>
              <a:defRPr sz="1300">
                <a:solidFill>
                  <a:schemeClr val="dk2"/>
                </a:solidFil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dssg/mlpolicylab_fall25_mcrt1" TargetMode="External"/><Relationship Id="rId2" Type="http://schemas.openxmlformats.org/officeDocument/2006/relationships/hyperlink" Target="https://github.com/dssg/mlpolicylab_fall25_bills1" TargetMode="Externa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
          <p:cNvSpPr txBox="1"/>
          <p:nvPr/>
        </p:nvSpPr>
        <p:spPr>
          <a:xfrm>
            <a:off x="0" y="1800161"/>
            <a:ext cx="12192000" cy="1029728"/>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US" sz="4400" dirty="0">
                <a:solidFill>
                  <a:schemeClr val="dk1"/>
                </a:solidFill>
              </a:rPr>
              <a:t>Case Studies: ML Meets Public Policy</a:t>
            </a:r>
          </a:p>
        </p:txBody>
      </p:sp>
      <p:sp>
        <p:nvSpPr>
          <p:cNvPr id="70" name="Google Shape;70;p1"/>
          <p:cNvSpPr txBox="1"/>
          <p:nvPr/>
        </p:nvSpPr>
        <p:spPr>
          <a:xfrm>
            <a:off x="0" y="3429513"/>
            <a:ext cx="12192000" cy="1300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800" dirty="0">
                <a:solidFill>
                  <a:srgbClr val="595959"/>
                </a:solidFill>
              </a:rPr>
              <a:t>Rayid Ghani</a:t>
            </a:r>
            <a:endParaRPr sz="2800" dirty="0">
              <a:solidFill>
                <a:srgbClr val="595959"/>
              </a:solidFill>
            </a:endParaRPr>
          </a:p>
        </p:txBody>
      </p:sp>
      <p:pic>
        <p:nvPicPr>
          <p:cNvPr id="71" name="Google Shape;71;p1"/>
          <p:cNvPicPr preferRelativeResize="0"/>
          <p:nvPr/>
        </p:nvPicPr>
        <p:blipFill>
          <a:blip r:embed="rId3">
            <a:alphaModFix/>
          </a:blip>
          <a:stretch>
            <a:fillRect/>
          </a:stretch>
        </p:blipFill>
        <p:spPr>
          <a:xfrm>
            <a:off x="3499638" y="4968362"/>
            <a:ext cx="5192713" cy="1813438"/>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23871C-7CA8-1448-8FFC-1AE6E1838941}"/>
              </a:ext>
            </a:extLst>
          </p:cNvPr>
          <p:cNvSpPr>
            <a:spLocks noGrp="1"/>
          </p:cNvSpPr>
          <p:nvPr>
            <p:ph type="title"/>
          </p:nvPr>
        </p:nvSpPr>
        <p:spPr/>
        <p:txBody>
          <a:bodyPr/>
          <a:lstStyle/>
          <a:p>
            <a:r>
              <a:rPr lang="en-US" dirty="0"/>
              <a:t>Things to remember</a:t>
            </a:r>
          </a:p>
        </p:txBody>
      </p:sp>
      <p:sp>
        <p:nvSpPr>
          <p:cNvPr id="4" name="Text Placeholder 3">
            <a:extLst>
              <a:ext uri="{FF2B5EF4-FFF2-40B4-BE49-F238E27FC236}">
                <a16:creationId xmlns:a16="http://schemas.microsoft.com/office/drawing/2014/main" id="{5E600BA7-FA45-884F-9820-9E5F2CB7AA48}"/>
              </a:ext>
            </a:extLst>
          </p:cNvPr>
          <p:cNvSpPr>
            <a:spLocks noGrp="1"/>
          </p:cNvSpPr>
          <p:nvPr>
            <p:ph type="body" idx="1"/>
          </p:nvPr>
        </p:nvSpPr>
        <p:spPr/>
        <p:txBody>
          <a:bodyPr lIns="118872"/>
          <a:lstStyle/>
          <a:p>
            <a:r>
              <a:rPr lang="en-US" dirty="0"/>
              <a:t>Friday session on remote workflows and accessing project data</a:t>
            </a:r>
          </a:p>
          <a:p>
            <a:endParaRPr lang="en-US" dirty="0"/>
          </a:p>
          <a:p>
            <a:pPr>
              <a:lnSpc>
                <a:spcPct val="100000"/>
              </a:lnSpc>
            </a:pPr>
            <a:r>
              <a:rPr lang="en-US" dirty="0"/>
              <a:t>Focus for this week is getting to know:</a:t>
            </a:r>
          </a:p>
          <a:p>
            <a:pPr lvl="1">
              <a:lnSpc>
                <a:spcPct val="100000"/>
              </a:lnSpc>
              <a:spcBef>
                <a:spcPts val="300"/>
              </a:spcBef>
            </a:pPr>
            <a:r>
              <a:rPr lang="en-US" dirty="0"/>
              <a:t>Your team</a:t>
            </a:r>
          </a:p>
          <a:p>
            <a:pPr lvl="1">
              <a:lnSpc>
                <a:spcPct val="100000"/>
              </a:lnSpc>
              <a:spcBef>
                <a:spcPts val="300"/>
              </a:spcBef>
            </a:pPr>
            <a:r>
              <a:rPr lang="en-US" dirty="0"/>
              <a:t>Your project</a:t>
            </a:r>
          </a:p>
          <a:p>
            <a:pPr lvl="1">
              <a:lnSpc>
                <a:spcPct val="100000"/>
              </a:lnSpc>
              <a:spcBef>
                <a:spcPts val="300"/>
              </a:spcBef>
            </a:pPr>
            <a:r>
              <a:rPr lang="en-US" dirty="0"/>
              <a:t>Your data</a:t>
            </a:r>
            <a:br>
              <a:rPr lang="en-US" dirty="0"/>
            </a:br>
            <a:endParaRPr lang="en-US" dirty="0"/>
          </a:p>
          <a:p>
            <a:r>
              <a:rPr lang="en-US" dirty="0"/>
              <a:t>Following week:</a:t>
            </a:r>
          </a:p>
          <a:p>
            <a:pPr lvl="1">
              <a:spcBef>
                <a:spcPts val="0"/>
              </a:spcBef>
            </a:pPr>
            <a:r>
              <a:rPr lang="en-US" sz="2200" dirty="0">
                <a:solidFill>
                  <a:srgbClr val="C00000"/>
                </a:solidFill>
              </a:rPr>
              <a:t>Project Proposal</a:t>
            </a:r>
            <a:r>
              <a:rPr lang="en-US" sz="2200" dirty="0"/>
              <a:t> </a:t>
            </a:r>
            <a:r>
              <a:rPr lang="en-US" sz="2200" dirty="0">
                <a:highlight>
                  <a:srgbClr val="FFFF00"/>
                </a:highlight>
              </a:rPr>
              <a:t>(Tuesday, Sep 15)</a:t>
            </a:r>
          </a:p>
          <a:p>
            <a:pPr marL="76200" indent="0">
              <a:buNone/>
            </a:pPr>
            <a:endParaRPr lang="en-US" dirty="0"/>
          </a:p>
        </p:txBody>
      </p:sp>
    </p:spTree>
    <p:extLst>
      <p:ext uri="{BB962C8B-B14F-4D97-AF65-F5344CB8AC3E}">
        <p14:creationId xmlns:p14="http://schemas.microsoft.com/office/powerpoint/2010/main" val="12859325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23871C-7CA8-1448-8FFC-1AE6E1838941}"/>
              </a:ext>
            </a:extLst>
          </p:cNvPr>
          <p:cNvSpPr>
            <a:spLocks noGrp="1"/>
          </p:cNvSpPr>
          <p:nvPr>
            <p:ph type="title"/>
          </p:nvPr>
        </p:nvSpPr>
        <p:spPr/>
        <p:txBody>
          <a:bodyPr/>
          <a:lstStyle/>
          <a:p>
            <a:r>
              <a:rPr lang="en-US" dirty="0"/>
              <a:t>Project Info</a:t>
            </a:r>
          </a:p>
        </p:txBody>
      </p:sp>
      <p:sp>
        <p:nvSpPr>
          <p:cNvPr id="4" name="Text Placeholder 3">
            <a:extLst>
              <a:ext uri="{FF2B5EF4-FFF2-40B4-BE49-F238E27FC236}">
                <a16:creationId xmlns:a16="http://schemas.microsoft.com/office/drawing/2014/main" id="{5E600BA7-FA45-884F-9820-9E5F2CB7AA48}"/>
              </a:ext>
            </a:extLst>
          </p:cNvPr>
          <p:cNvSpPr>
            <a:spLocks noGrp="1"/>
          </p:cNvSpPr>
          <p:nvPr>
            <p:ph type="body" idx="1"/>
          </p:nvPr>
        </p:nvSpPr>
        <p:spPr/>
        <p:txBody>
          <a:bodyPr/>
          <a:lstStyle/>
          <a:p>
            <a:r>
              <a:rPr lang="en-US" dirty="0"/>
              <a:t>GitHub Repos:</a:t>
            </a:r>
            <a:br>
              <a:rPr lang="en-US" dirty="0"/>
            </a:br>
            <a:r>
              <a:rPr lang="en-US" dirty="0"/>
              <a:t>https://</a:t>
            </a:r>
            <a:r>
              <a:rPr lang="en-US" dirty="0" err="1"/>
              <a:t>github.com</a:t>
            </a:r>
            <a:r>
              <a:rPr lang="en-US" dirty="0"/>
              <a:t>/</a:t>
            </a:r>
            <a:r>
              <a:rPr lang="en-US" dirty="0" err="1"/>
              <a:t>dssg</a:t>
            </a:r>
            <a:r>
              <a:rPr lang="en-US" dirty="0"/>
              <a:t>/mlpolicylab_fall26_{</a:t>
            </a:r>
            <a:r>
              <a:rPr lang="en-US" dirty="0" err="1"/>
              <a:t>team_name</a:t>
            </a:r>
            <a:r>
              <a:rPr lang="en-US" dirty="0"/>
              <a:t>}</a:t>
            </a:r>
          </a:p>
          <a:p>
            <a:pPr lvl="1"/>
            <a:r>
              <a:rPr lang="en-US" dirty="0">
                <a:solidFill>
                  <a:srgbClr val="C00000"/>
                </a:solidFill>
                <a:hlinkClick r:id="rId2">
                  <a:extLst>
                    <a:ext uri="{A12FA001-AC4F-418D-AE19-62706E023703}">
                      <ahyp:hlinkClr xmlns:ahyp="http://schemas.microsoft.com/office/drawing/2018/hyperlinkcolor" val="tx"/>
                    </a:ext>
                  </a:extLst>
                </a:hlinkClick>
              </a:rPr>
              <a:t>Bills Project</a:t>
            </a:r>
            <a:endParaRPr lang="en-US" dirty="0">
              <a:solidFill>
                <a:srgbClr val="C00000"/>
              </a:solidFill>
            </a:endParaRPr>
          </a:p>
          <a:p>
            <a:pPr lvl="1"/>
            <a:r>
              <a:rPr lang="en-US" dirty="0">
                <a:solidFill>
                  <a:srgbClr val="C00000"/>
                </a:solidFill>
                <a:hlinkClick r:id="rId3"/>
              </a:rPr>
              <a:t>Mental Health Outreach Project</a:t>
            </a:r>
            <a:endParaRPr lang="en-US" dirty="0">
              <a:solidFill>
                <a:srgbClr val="C00000"/>
              </a:solidFill>
            </a:endParaRPr>
          </a:p>
          <a:p>
            <a:pPr lvl="1"/>
            <a:endParaRPr lang="en-US" dirty="0">
              <a:solidFill>
                <a:srgbClr val="C00000"/>
              </a:solidFill>
            </a:endParaRPr>
          </a:p>
          <a:p>
            <a:r>
              <a:rPr lang="en-US" dirty="0">
                <a:solidFill>
                  <a:schemeClr val="tx1"/>
                </a:solidFill>
              </a:rPr>
              <a:t>Database</a:t>
            </a:r>
          </a:p>
          <a:p>
            <a:endParaRPr lang="en-US" dirty="0">
              <a:solidFill>
                <a:schemeClr val="tx1"/>
              </a:solidFill>
            </a:endParaRPr>
          </a:p>
          <a:p>
            <a:r>
              <a:rPr lang="en-US" dirty="0">
                <a:solidFill>
                  <a:schemeClr val="tx1"/>
                </a:solidFill>
              </a:rPr>
              <a:t>Project directory on server</a:t>
            </a:r>
          </a:p>
          <a:p>
            <a:endParaRPr lang="en-US" dirty="0">
              <a:solidFill>
                <a:schemeClr val="tx1"/>
              </a:solidFill>
            </a:endParaRPr>
          </a:p>
          <a:p>
            <a:r>
              <a:rPr lang="en-US" dirty="0">
                <a:solidFill>
                  <a:schemeClr val="tx1"/>
                </a:solidFill>
              </a:rPr>
              <a:t>Private Slack channel</a:t>
            </a:r>
          </a:p>
          <a:p>
            <a:pPr marL="76200" indent="0">
              <a:buNone/>
            </a:pPr>
            <a:endParaRPr lang="en-US" dirty="0"/>
          </a:p>
        </p:txBody>
      </p:sp>
    </p:spTree>
    <p:extLst>
      <p:ext uri="{BB962C8B-B14F-4D97-AF65-F5344CB8AC3E}">
        <p14:creationId xmlns:p14="http://schemas.microsoft.com/office/powerpoint/2010/main" val="40429557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r>
              <a:rPr lang="en-US" altLang="en-US" dirty="0"/>
              <a:t> Working with Your Project Team</a:t>
            </a:r>
          </a:p>
        </p:txBody>
      </p:sp>
      <p:sp>
        <p:nvSpPr>
          <p:cNvPr id="8195" name="Rectangle 3"/>
          <p:cNvSpPr>
            <a:spLocks noGrp="1" noChangeArrowheads="1"/>
          </p:cNvSpPr>
          <p:nvPr>
            <p:ph type="body" idx="1"/>
          </p:nvPr>
        </p:nvSpPr>
        <p:spPr>
          <a:xfrm>
            <a:off x="207800" y="1709433"/>
            <a:ext cx="11776300" cy="4555200"/>
          </a:xfrm>
        </p:spPr>
        <p:txBody>
          <a:bodyPr/>
          <a:lstStyle/>
          <a:p>
            <a:pPr>
              <a:lnSpc>
                <a:spcPct val="150000"/>
              </a:lnSpc>
            </a:pPr>
            <a:r>
              <a:rPr lang="en-US" altLang="en-US" b="1" dirty="0"/>
              <a:t>Spend some time up front figuring out how to work as a team and work styles</a:t>
            </a:r>
            <a:br>
              <a:rPr lang="en-US" altLang="en-US" b="1" dirty="0"/>
            </a:br>
            <a:endParaRPr lang="en-US" altLang="en-US" b="1" dirty="0"/>
          </a:p>
          <a:p>
            <a:pPr>
              <a:lnSpc>
                <a:spcPct val="150000"/>
              </a:lnSpc>
            </a:pPr>
            <a:r>
              <a:rPr lang="en-US" altLang="en-US" dirty="0"/>
              <a:t>Everyone should participate in </a:t>
            </a:r>
            <a:r>
              <a:rPr lang="en-US" altLang="en-US" b="1" dirty="0">
                <a:solidFill>
                  <a:srgbClr val="FF0000"/>
                </a:solidFill>
              </a:rPr>
              <a:t>all</a:t>
            </a:r>
            <a:r>
              <a:rPr lang="en-US" altLang="en-US" dirty="0"/>
              <a:t> aspects of project</a:t>
            </a:r>
          </a:p>
          <a:p>
            <a:pPr lvl="1">
              <a:lnSpc>
                <a:spcPct val="100000"/>
              </a:lnSpc>
            </a:pPr>
            <a:r>
              <a:rPr lang="en-US" altLang="en-US" dirty="0"/>
              <a:t>No individual should do the majority of the python coding, SQL writing, report writing</a:t>
            </a:r>
            <a:br>
              <a:rPr lang="en-US" altLang="en-US" dirty="0"/>
            </a:br>
            <a:endParaRPr lang="en-US" altLang="en-US" dirty="0"/>
          </a:p>
          <a:p>
            <a:pPr>
              <a:lnSpc>
                <a:spcPct val="150000"/>
              </a:lnSpc>
            </a:pPr>
            <a:r>
              <a:rPr lang="en-US" altLang="en-US" dirty="0"/>
              <a:t>However, you should divide up different pieces of the work</a:t>
            </a:r>
          </a:p>
          <a:p>
            <a:pPr lvl="1">
              <a:lnSpc>
                <a:spcPct val="100000"/>
              </a:lnSpc>
            </a:pPr>
            <a:r>
              <a:rPr lang="en-US" altLang="en-US" dirty="0"/>
              <a:t>For instance, working on different parts of the pipeline code in parallel or splitting up sections of the report</a:t>
            </a:r>
          </a:p>
        </p:txBody>
      </p:sp>
    </p:spTree>
    <p:extLst>
      <p:ext uri="{BB962C8B-B14F-4D97-AF65-F5344CB8AC3E}">
        <p14:creationId xmlns:p14="http://schemas.microsoft.com/office/powerpoint/2010/main" val="24460594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r>
              <a:rPr lang="en-US" altLang="en-US" dirty="0"/>
              <a:t> Working with Your Project Team</a:t>
            </a:r>
          </a:p>
        </p:txBody>
      </p:sp>
      <p:sp>
        <p:nvSpPr>
          <p:cNvPr id="8195" name="Rectangle 3"/>
          <p:cNvSpPr>
            <a:spLocks noGrp="1" noChangeArrowheads="1"/>
          </p:cNvSpPr>
          <p:nvPr>
            <p:ph type="body" idx="1"/>
          </p:nvPr>
        </p:nvSpPr>
        <p:spPr>
          <a:xfrm>
            <a:off x="207750" y="1548990"/>
            <a:ext cx="11776400" cy="4555200"/>
          </a:xfrm>
        </p:spPr>
        <p:txBody>
          <a:bodyPr/>
          <a:lstStyle/>
          <a:p>
            <a:pPr>
              <a:lnSpc>
                <a:spcPct val="150000"/>
              </a:lnSpc>
            </a:pPr>
            <a:r>
              <a:rPr lang="en-US" altLang="en-US" dirty="0"/>
              <a:t>We’re providing class time to make it easier to coordinate with your group and get feedback from peers and instructors, but you won’t be able to complete the project just in this allotted time</a:t>
            </a:r>
            <a:br>
              <a:rPr lang="en-US" altLang="en-US" dirty="0"/>
            </a:br>
            <a:endParaRPr lang="en-US" altLang="en-US" dirty="0"/>
          </a:p>
          <a:p>
            <a:pPr>
              <a:lnSpc>
                <a:spcPct val="150000"/>
              </a:lnSpc>
            </a:pPr>
            <a:r>
              <a:rPr lang="en-US" altLang="en-US" dirty="0"/>
              <a:t>Tools for coordination:</a:t>
            </a:r>
          </a:p>
          <a:p>
            <a:pPr lvl="1">
              <a:lnSpc>
                <a:spcPct val="150000"/>
              </a:lnSpc>
            </a:pPr>
            <a:r>
              <a:rPr lang="en-US" altLang="en-US" dirty="0"/>
              <a:t>Slack: we’ve created group-level channels. Additionally, feel free to use group DMs and video calls with your group to coordinate as well.</a:t>
            </a:r>
          </a:p>
          <a:p>
            <a:pPr lvl="1">
              <a:lnSpc>
                <a:spcPct val="150000"/>
              </a:lnSpc>
            </a:pPr>
            <a:r>
              <a:rPr lang="en-US" altLang="en-US" dirty="0"/>
              <a:t>Many good free options for task tracking/management: </a:t>
            </a:r>
            <a:r>
              <a:rPr lang="en-US" altLang="en-US" dirty="0" err="1"/>
              <a:t>github</a:t>
            </a:r>
            <a:r>
              <a:rPr lang="en-US" altLang="en-US" dirty="0"/>
              <a:t> issues or project boards, </a:t>
            </a:r>
            <a:r>
              <a:rPr lang="en-US" altLang="en-US" dirty="0" err="1"/>
              <a:t>trello</a:t>
            </a:r>
            <a:r>
              <a:rPr lang="en-US" altLang="en-US" dirty="0"/>
              <a:t>, etc.</a:t>
            </a:r>
          </a:p>
        </p:txBody>
      </p:sp>
    </p:spTree>
    <p:extLst>
      <p:ext uri="{BB962C8B-B14F-4D97-AF65-F5344CB8AC3E}">
        <p14:creationId xmlns:p14="http://schemas.microsoft.com/office/powerpoint/2010/main" val="21437407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r>
              <a:rPr lang="en-US" altLang="en-US" dirty="0"/>
              <a:t> Working with Your Project Team</a:t>
            </a:r>
          </a:p>
        </p:txBody>
      </p:sp>
      <p:sp>
        <p:nvSpPr>
          <p:cNvPr id="8195" name="Rectangle 3"/>
          <p:cNvSpPr>
            <a:spLocks noGrp="1" noChangeArrowheads="1"/>
          </p:cNvSpPr>
          <p:nvPr>
            <p:ph type="body" idx="1"/>
          </p:nvPr>
        </p:nvSpPr>
        <p:spPr>
          <a:xfrm>
            <a:off x="207750" y="1548990"/>
            <a:ext cx="11776400" cy="4555200"/>
          </a:xfrm>
        </p:spPr>
        <p:txBody>
          <a:bodyPr/>
          <a:lstStyle/>
          <a:p>
            <a:pPr>
              <a:lnSpc>
                <a:spcPct val="150000"/>
              </a:lnSpc>
            </a:pPr>
            <a:r>
              <a:rPr lang="en-US" altLang="en-US" b="1" dirty="0"/>
              <a:t>Active participation</a:t>
            </a:r>
            <a:r>
              <a:rPr lang="en-US" altLang="en-US" dirty="0"/>
              <a:t> in the group work throughout the entire semester is required by all the team members, and a very large component of your grade</a:t>
            </a:r>
            <a:br>
              <a:rPr lang="en-US" altLang="en-US" dirty="0"/>
            </a:br>
            <a:endParaRPr lang="en-US" altLang="en-US" dirty="0"/>
          </a:p>
          <a:p>
            <a:pPr>
              <a:lnSpc>
                <a:spcPct val="150000"/>
              </a:lnSpc>
            </a:pPr>
            <a:r>
              <a:rPr lang="en-US" altLang="en-US" b="1" dirty="0"/>
              <a:t>Collaboration is encouraged</a:t>
            </a:r>
            <a:r>
              <a:rPr lang="en-US" altLang="en-US" dirty="0"/>
              <a:t>, both within and across teams! Learning from each others’ strengths is a big benefit of group work, and you should feel free to discuss strategies and approaches with other teams (i.e., it’s not a competition)</a:t>
            </a:r>
            <a:br>
              <a:rPr lang="en-US" altLang="en-US" dirty="0"/>
            </a:br>
            <a:endParaRPr lang="en-US" altLang="en-US" dirty="0"/>
          </a:p>
          <a:p>
            <a:pPr>
              <a:lnSpc>
                <a:spcPct val="150000"/>
              </a:lnSpc>
            </a:pPr>
            <a:r>
              <a:rPr lang="en-US" altLang="en-US" b="1" dirty="0"/>
              <a:t>Pacing your work</a:t>
            </a:r>
            <a:r>
              <a:rPr lang="en-US" altLang="en-US" dirty="0"/>
              <a:t> is important. You won’t be able to do everything the week before the final report, and if everyone tries to, you’ll break the server.</a:t>
            </a:r>
          </a:p>
        </p:txBody>
      </p:sp>
    </p:spTree>
    <p:extLst>
      <p:ext uri="{BB962C8B-B14F-4D97-AF65-F5344CB8AC3E}">
        <p14:creationId xmlns:p14="http://schemas.microsoft.com/office/powerpoint/2010/main" val="24579274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E600BA7-FA45-884F-9820-9E5F2CB7AA48}"/>
              </a:ext>
            </a:extLst>
          </p:cNvPr>
          <p:cNvSpPr>
            <a:spLocks noGrp="1"/>
          </p:cNvSpPr>
          <p:nvPr>
            <p:ph type="body" idx="1"/>
          </p:nvPr>
        </p:nvSpPr>
        <p:spPr>
          <a:xfrm>
            <a:off x="210065" y="2724664"/>
            <a:ext cx="11566285" cy="1408672"/>
          </a:xfrm>
        </p:spPr>
        <p:txBody>
          <a:bodyPr/>
          <a:lstStyle/>
          <a:p>
            <a:pPr marL="76200" indent="0" algn="ctr">
              <a:buNone/>
            </a:pPr>
            <a:r>
              <a:rPr lang="en-US" sz="4800" dirty="0"/>
              <a:t>Past experiences with project groups or questions/feedback about this semester?</a:t>
            </a:r>
          </a:p>
        </p:txBody>
      </p:sp>
      <p:sp>
        <p:nvSpPr>
          <p:cNvPr id="3" name="Title 1">
            <a:extLst>
              <a:ext uri="{FF2B5EF4-FFF2-40B4-BE49-F238E27FC236}">
                <a16:creationId xmlns:a16="http://schemas.microsoft.com/office/drawing/2014/main" id="{9CDFC252-FA93-E641-BB21-4E80983D7592}"/>
              </a:ext>
            </a:extLst>
          </p:cNvPr>
          <p:cNvSpPr>
            <a:spLocks noGrp="1"/>
          </p:cNvSpPr>
          <p:nvPr>
            <p:ph type="title"/>
          </p:nvPr>
        </p:nvSpPr>
        <p:spPr>
          <a:xfrm>
            <a:off x="415600" y="593367"/>
            <a:ext cx="11360700" cy="763500"/>
          </a:xfrm>
        </p:spPr>
        <p:txBody>
          <a:bodyPr/>
          <a:lstStyle/>
          <a:p>
            <a:pPr algn="ctr"/>
            <a:r>
              <a:rPr lang="en-US" dirty="0"/>
              <a:t>DISCUSSION QUESTION</a:t>
            </a:r>
          </a:p>
        </p:txBody>
      </p:sp>
    </p:spTree>
    <p:extLst>
      <p:ext uri="{BB962C8B-B14F-4D97-AF65-F5344CB8AC3E}">
        <p14:creationId xmlns:p14="http://schemas.microsoft.com/office/powerpoint/2010/main" val="16089460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F2A94-A63F-6149-AA28-2E35B60E3D3E}"/>
              </a:ext>
            </a:extLst>
          </p:cNvPr>
          <p:cNvSpPr>
            <a:spLocks noGrp="1"/>
          </p:cNvSpPr>
          <p:nvPr>
            <p:ph type="title"/>
          </p:nvPr>
        </p:nvSpPr>
        <p:spPr/>
        <p:txBody>
          <a:bodyPr/>
          <a:lstStyle/>
          <a:p>
            <a:endParaRPr lang="en-US"/>
          </a:p>
        </p:txBody>
      </p:sp>
      <p:graphicFrame>
        <p:nvGraphicFramePr>
          <p:cNvPr id="3" name="Diagram 2">
            <a:extLst>
              <a:ext uri="{FF2B5EF4-FFF2-40B4-BE49-F238E27FC236}">
                <a16:creationId xmlns:a16="http://schemas.microsoft.com/office/drawing/2014/main" id="{8E902576-68A9-6E48-B0FE-5B1889953DC8}"/>
              </a:ext>
            </a:extLst>
          </p:cNvPr>
          <p:cNvGraphicFramePr/>
          <p:nvPr>
            <p:extLst>
              <p:ext uri="{D42A27DB-BD31-4B8C-83A1-F6EECF244321}">
                <p14:modId xmlns:p14="http://schemas.microsoft.com/office/powerpoint/2010/main" val="1737878827"/>
              </p:ext>
            </p:extLst>
          </p:nvPr>
        </p:nvGraphicFramePr>
        <p:xfrm>
          <a:off x="180467" y="0"/>
          <a:ext cx="11776400" cy="6858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Rectangle 3">
            <a:extLst>
              <a:ext uri="{FF2B5EF4-FFF2-40B4-BE49-F238E27FC236}">
                <a16:creationId xmlns:a16="http://schemas.microsoft.com/office/drawing/2014/main" id="{98F511D0-5BAA-BB48-9F99-3049703FF2BD}"/>
              </a:ext>
            </a:extLst>
          </p:cNvPr>
          <p:cNvSpPr/>
          <p:nvPr/>
        </p:nvSpPr>
        <p:spPr>
          <a:xfrm>
            <a:off x="42040" y="221768"/>
            <a:ext cx="2534195" cy="1789611"/>
          </a:xfrm>
          <a:prstGeom prst="rect">
            <a:avLst/>
          </a:prstGeom>
          <a:noFill/>
          <a:ln w="762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248553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E1804F-1831-E540-A1DC-073BA8437BAB}"/>
              </a:ext>
            </a:extLst>
          </p:cNvPr>
          <p:cNvSpPr>
            <a:spLocks noGrp="1"/>
          </p:cNvSpPr>
          <p:nvPr>
            <p:ph type="title"/>
          </p:nvPr>
        </p:nvSpPr>
        <p:spPr/>
        <p:txBody>
          <a:bodyPr/>
          <a:lstStyle/>
          <a:p>
            <a:r>
              <a:rPr lang="en-US" dirty="0"/>
              <a:t>Case Study</a:t>
            </a:r>
          </a:p>
        </p:txBody>
      </p:sp>
      <p:pic>
        <p:nvPicPr>
          <p:cNvPr id="4" name="Picture 3">
            <a:extLst>
              <a:ext uri="{FF2B5EF4-FFF2-40B4-BE49-F238E27FC236}">
                <a16:creationId xmlns:a16="http://schemas.microsoft.com/office/drawing/2014/main" id="{51603EA9-D766-944A-8E3A-F6DF40F326AA}"/>
              </a:ext>
            </a:extLst>
          </p:cNvPr>
          <p:cNvPicPr>
            <a:picLocks noChangeAspect="1"/>
          </p:cNvPicPr>
          <p:nvPr/>
        </p:nvPicPr>
        <p:blipFill>
          <a:blip r:embed="rId3"/>
          <a:stretch>
            <a:fillRect/>
          </a:stretch>
        </p:blipFill>
        <p:spPr>
          <a:xfrm>
            <a:off x="888950" y="1670050"/>
            <a:ext cx="10414000" cy="3517900"/>
          </a:xfrm>
          <a:prstGeom prst="rect">
            <a:avLst/>
          </a:prstGeom>
        </p:spPr>
      </p:pic>
    </p:spTree>
    <p:extLst>
      <p:ext uri="{BB962C8B-B14F-4D97-AF65-F5344CB8AC3E}">
        <p14:creationId xmlns:p14="http://schemas.microsoft.com/office/powerpoint/2010/main" val="20390797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E1804F-1831-E540-A1DC-073BA8437BAB}"/>
              </a:ext>
            </a:extLst>
          </p:cNvPr>
          <p:cNvSpPr>
            <a:spLocks noGrp="1"/>
          </p:cNvSpPr>
          <p:nvPr>
            <p:ph type="title"/>
          </p:nvPr>
        </p:nvSpPr>
        <p:spPr/>
        <p:txBody>
          <a:bodyPr/>
          <a:lstStyle/>
          <a:p>
            <a:r>
              <a:rPr lang="en-US" dirty="0"/>
              <a:t>Case Study</a:t>
            </a:r>
          </a:p>
        </p:txBody>
      </p:sp>
      <p:sp>
        <p:nvSpPr>
          <p:cNvPr id="6" name="Google Shape;205;p17">
            <a:extLst>
              <a:ext uri="{FF2B5EF4-FFF2-40B4-BE49-F238E27FC236}">
                <a16:creationId xmlns:a16="http://schemas.microsoft.com/office/drawing/2014/main" id="{662D86EB-0258-0B4A-BD6B-21DB54554E75}"/>
              </a:ext>
            </a:extLst>
          </p:cNvPr>
          <p:cNvSpPr txBox="1">
            <a:spLocks noGrp="1"/>
          </p:cNvSpPr>
          <p:nvPr>
            <p:ph type="body" idx="1"/>
          </p:nvPr>
        </p:nvSpPr>
        <p:spPr>
          <a:xfrm>
            <a:off x="415600" y="1536633"/>
            <a:ext cx="11360700" cy="45552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rgbClr val="000000"/>
              </a:buClr>
              <a:buSzPts val="3200"/>
              <a:buNone/>
            </a:pPr>
            <a:endParaRPr lang="en-US" sz="4000" dirty="0">
              <a:solidFill>
                <a:srgbClr val="000000"/>
              </a:solidFill>
            </a:endParaRPr>
          </a:p>
          <a:p>
            <a:pPr marL="0" lvl="0" indent="0" algn="l" rtl="0">
              <a:spcBef>
                <a:spcPts val="0"/>
              </a:spcBef>
              <a:spcAft>
                <a:spcPts val="0"/>
              </a:spcAft>
              <a:buClr>
                <a:srgbClr val="000000"/>
              </a:buClr>
              <a:buSzPts val="3200"/>
              <a:buNone/>
            </a:pPr>
            <a:endParaRPr lang="en-US" sz="4000" dirty="0">
              <a:solidFill>
                <a:srgbClr val="000000"/>
              </a:solidFill>
            </a:endParaRPr>
          </a:p>
          <a:p>
            <a:pPr marL="0" lvl="0" indent="0">
              <a:buClr>
                <a:srgbClr val="000000"/>
              </a:buClr>
              <a:buSzPts val="3200"/>
              <a:buNone/>
            </a:pPr>
            <a:r>
              <a:rPr lang="en-US" sz="4000" dirty="0">
                <a:solidFill>
                  <a:srgbClr val="000000"/>
                </a:solidFill>
              </a:rPr>
              <a:t>If you were scoping the project described here, how would you describe the overall goal?</a:t>
            </a:r>
          </a:p>
          <a:p>
            <a:pPr marL="0" lvl="0" indent="0">
              <a:buClr>
                <a:srgbClr val="000000"/>
              </a:buClr>
              <a:buSzPts val="3200"/>
              <a:buNone/>
            </a:pPr>
            <a:endParaRPr lang="en-US" sz="4000" dirty="0">
              <a:solidFill>
                <a:srgbClr val="000000"/>
              </a:solidFill>
            </a:endParaRPr>
          </a:p>
          <a:p>
            <a:pPr marL="0" lvl="0" indent="0">
              <a:buClr>
                <a:srgbClr val="000000"/>
              </a:buClr>
              <a:buSzPts val="3200"/>
              <a:buNone/>
            </a:pPr>
            <a:endParaRPr sz="4000" dirty="0">
              <a:solidFill>
                <a:srgbClr val="000000"/>
              </a:solidFill>
            </a:endParaRPr>
          </a:p>
        </p:txBody>
      </p:sp>
    </p:spTree>
    <p:extLst>
      <p:ext uri="{BB962C8B-B14F-4D97-AF65-F5344CB8AC3E}">
        <p14:creationId xmlns:p14="http://schemas.microsoft.com/office/powerpoint/2010/main" val="6398992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E1804F-1831-E540-A1DC-073BA8437BAB}"/>
              </a:ext>
            </a:extLst>
          </p:cNvPr>
          <p:cNvSpPr>
            <a:spLocks noGrp="1"/>
          </p:cNvSpPr>
          <p:nvPr>
            <p:ph type="title"/>
          </p:nvPr>
        </p:nvSpPr>
        <p:spPr/>
        <p:txBody>
          <a:bodyPr/>
          <a:lstStyle/>
          <a:p>
            <a:r>
              <a:rPr lang="en-US" dirty="0"/>
              <a:t>Case Study</a:t>
            </a:r>
          </a:p>
        </p:txBody>
      </p:sp>
      <p:sp>
        <p:nvSpPr>
          <p:cNvPr id="6" name="Google Shape;205;p17">
            <a:extLst>
              <a:ext uri="{FF2B5EF4-FFF2-40B4-BE49-F238E27FC236}">
                <a16:creationId xmlns:a16="http://schemas.microsoft.com/office/drawing/2014/main" id="{662D86EB-0258-0B4A-BD6B-21DB54554E75}"/>
              </a:ext>
            </a:extLst>
          </p:cNvPr>
          <p:cNvSpPr txBox="1">
            <a:spLocks noGrp="1"/>
          </p:cNvSpPr>
          <p:nvPr>
            <p:ph type="body" idx="1"/>
          </p:nvPr>
        </p:nvSpPr>
        <p:spPr>
          <a:xfrm>
            <a:off x="415600" y="1536633"/>
            <a:ext cx="11360700" cy="45552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rgbClr val="000000"/>
              </a:buClr>
              <a:buSzPts val="3200"/>
              <a:buNone/>
            </a:pPr>
            <a:endParaRPr lang="en-US" sz="4000" dirty="0">
              <a:solidFill>
                <a:srgbClr val="000000"/>
              </a:solidFill>
            </a:endParaRPr>
          </a:p>
          <a:p>
            <a:pPr marL="0" lvl="0" indent="0">
              <a:buClr>
                <a:srgbClr val="000000"/>
              </a:buClr>
              <a:buSzPts val="3200"/>
              <a:buNone/>
            </a:pPr>
            <a:r>
              <a:rPr lang="en-US" sz="4000" dirty="0">
                <a:solidFill>
                  <a:srgbClr val="000000"/>
                </a:solidFill>
              </a:rPr>
              <a:t>How well does the paper address the goal we defined above?</a:t>
            </a:r>
          </a:p>
          <a:p>
            <a:pPr marL="0" lvl="0" indent="0">
              <a:buClr>
                <a:srgbClr val="000000"/>
              </a:buClr>
              <a:buSzPts val="3200"/>
              <a:buNone/>
            </a:pPr>
            <a:endParaRPr lang="en-US" sz="4000" dirty="0">
              <a:solidFill>
                <a:srgbClr val="000000"/>
              </a:solidFill>
            </a:endParaRPr>
          </a:p>
        </p:txBody>
      </p:sp>
    </p:spTree>
    <p:extLst>
      <p:ext uri="{BB962C8B-B14F-4D97-AF65-F5344CB8AC3E}">
        <p14:creationId xmlns:p14="http://schemas.microsoft.com/office/powerpoint/2010/main" val="42848561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E1804F-1831-E540-A1DC-073BA8437BAB}"/>
              </a:ext>
            </a:extLst>
          </p:cNvPr>
          <p:cNvSpPr>
            <a:spLocks noGrp="1"/>
          </p:cNvSpPr>
          <p:nvPr>
            <p:ph type="title"/>
          </p:nvPr>
        </p:nvSpPr>
        <p:spPr/>
        <p:txBody>
          <a:bodyPr/>
          <a:lstStyle/>
          <a:p>
            <a:r>
              <a:rPr lang="en-US" dirty="0"/>
              <a:t>Case Study</a:t>
            </a:r>
          </a:p>
        </p:txBody>
      </p:sp>
      <p:sp>
        <p:nvSpPr>
          <p:cNvPr id="6" name="Google Shape;205;p17">
            <a:extLst>
              <a:ext uri="{FF2B5EF4-FFF2-40B4-BE49-F238E27FC236}">
                <a16:creationId xmlns:a16="http://schemas.microsoft.com/office/drawing/2014/main" id="{662D86EB-0258-0B4A-BD6B-21DB54554E75}"/>
              </a:ext>
            </a:extLst>
          </p:cNvPr>
          <p:cNvSpPr txBox="1">
            <a:spLocks noGrp="1"/>
          </p:cNvSpPr>
          <p:nvPr>
            <p:ph type="body" idx="1"/>
          </p:nvPr>
        </p:nvSpPr>
        <p:spPr>
          <a:xfrm>
            <a:off x="415600" y="1536633"/>
            <a:ext cx="11360700" cy="45552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rgbClr val="000000"/>
              </a:buClr>
              <a:buSzPts val="3200"/>
              <a:buNone/>
            </a:pPr>
            <a:endParaRPr lang="en-US" sz="4000" dirty="0">
              <a:solidFill>
                <a:srgbClr val="000000"/>
              </a:solidFill>
            </a:endParaRPr>
          </a:p>
          <a:p>
            <a:pPr marL="0" lvl="0" indent="0">
              <a:buClr>
                <a:srgbClr val="000000"/>
              </a:buClr>
              <a:buSzPts val="3200"/>
              <a:buNone/>
            </a:pPr>
            <a:r>
              <a:rPr lang="en-US" sz="4000" dirty="0">
                <a:solidFill>
                  <a:srgbClr val="000000"/>
                </a:solidFill>
              </a:rPr>
              <a:t>How well does the paper address the goal you defined above? What evidence do they provide in this regard?</a:t>
            </a:r>
            <a:endParaRPr sz="4000" dirty="0">
              <a:solidFill>
                <a:srgbClr val="000000"/>
              </a:solidFill>
            </a:endParaRPr>
          </a:p>
        </p:txBody>
      </p:sp>
    </p:spTree>
    <p:extLst>
      <p:ext uri="{BB962C8B-B14F-4D97-AF65-F5344CB8AC3E}">
        <p14:creationId xmlns:p14="http://schemas.microsoft.com/office/powerpoint/2010/main" val="14439947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E1804F-1831-E540-A1DC-073BA8437BAB}"/>
              </a:ext>
            </a:extLst>
          </p:cNvPr>
          <p:cNvSpPr>
            <a:spLocks noGrp="1"/>
          </p:cNvSpPr>
          <p:nvPr>
            <p:ph type="title"/>
          </p:nvPr>
        </p:nvSpPr>
        <p:spPr/>
        <p:txBody>
          <a:bodyPr/>
          <a:lstStyle/>
          <a:p>
            <a:r>
              <a:rPr lang="en-US" dirty="0"/>
              <a:t>Case Study</a:t>
            </a:r>
          </a:p>
        </p:txBody>
      </p:sp>
      <p:sp>
        <p:nvSpPr>
          <p:cNvPr id="6" name="Google Shape;205;p17">
            <a:extLst>
              <a:ext uri="{FF2B5EF4-FFF2-40B4-BE49-F238E27FC236}">
                <a16:creationId xmlns:a16="http://schemas.microsoft.com/office/drawing/2014/main" id="{662D86EB-0258-0B4A-BD6B-21DB54554E75}"/>
              </a:ext>
            </a:extLst>
          </p:cNvPr>
          <p:cNvSpPr txBox="1">
            <a:spLocks noGrp="1"/>
          </p:cNvSpPr>
          <p:nvPr>
            <p:ph type="body" idx="1"/>
          </p:nvPr>
        </p:nvSpPr>
        <p:spPr>
          <a:xfrm>
            <a:off x="415600" y="1536633"/>
            <a:ext cx="11360700" cy="45552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rgbClr val="000000"/>
              </a:buClr>
              <a:buSzPts val="3200"/>
              <a:buNone/>
            </a:pPr>
            <a:endParaRPr lang="en-US" sz="4000" dirty="0">
              <a:solidFill>
                <a:srgbClr val="000000"/>
              </a:solidFill>
            </a:endParaRPr>
          </a:p>
          <a:p>
            <a:pPr marL="0" lvl="0" indent="0" algn="l" rtl="0">
              <a:spcBef>
                <a:spcPts val="0"/>
              </a:spcBef>
              <a:spcAft>
                <a:spcPts val="0"/>
              </a:spcAft>
              <a:buClr>
                <a:srgbClr val="000000"/>
              </a:buClr>
              <a:buSzPts val="3200"/>
              <a:buNone/>
            </a:pPr>
            <a:endParaRPr lang="en-US" sz="4000" dirty="0">
              <a:solidFill>
                <a:srgbClr val="000000"/>
              </a:solidFill>
            </a:endParaRPr>
          </a:p>
          <a:p>
            <a:pPr marL="0" lvl="0" indent="0">
              <a:buClr>
                <a:srgbClr val="000000"/>
              </a:buClr>
              <a:buSzPts val="3200"/>
              <a:buNone/>
            </a:pPr>
            <a:r>
              <a:rPr lang="en-US" sz="4000" dirty="0">
                <a:solidFill>
                  <a:srgbClr val="000000"/>
                </a:solidFill>
              </a:rPr>
              <a:t>What actions can the public health officials take to achieve that goal?</a:t>
            </a:r>
            <a:endParaRPr sz="4000" dirty="0">
              <a:solidFill>
                <a:srgbClr val="000000"/>
              </a:solidFill>
            </a:endParaRPr>
          </a:p>
        </p:txBody>
      </p:sp>
    </p:spTree>
    <p:extLst>
      <p:ext uri="{BB962C8B-B14F-4D97-AF65-F5344CB8AC3E}">
        <p14:creationId xmlns:p14="http://schemas.microsoft.com/office/powerpoint/2010/main" val="25646375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E1804F-1831-E540-A1DC-073BA8437BAB}"/>
              </a:ext>
            </a:extLst>
          </p:cNvPr>
          <p:cNvSpPr>
            <a:spLocks noGrp="1"/>
          </p:cNvSpPr>
          <p:nvPr>
            <p:ph type="title"/>
          </p:nvPr>
        </p:nvSpPr>
        <p:spPr/>
        <p:txBody>
          <a:bodyPr/>
          <a:lstStyle/>
          <a:p>
            <a:r>
              <a:rPr lang="en-US" dirty="0"/>
              <a:t>Case Study</a:t>
            </a:r>
          </a:p>
        </p:txBody>
      </p:sp>
      <p:sp>
        <p:nvSpPr>
          <p:cNvPr id="6" name="Google Shape;205;p17">
            <a:extLst>
              <a:ext uri="{FF2B5EF4-FFF2-40B4-BE49-F238E27FC236}">
                <a16:creationId xmlns:a16="http://schemas.microsoft.com/office/drawing/2014/main" id="{662D86EB-0258-0B4A-BD6B-21DB54554E75}"/>
              </a:ext>
            </a:extLst>
          </p:cNvPr>
          <p:cNvSpPr txBox="1">
            <a:spLocks noGrp="1"/>
          </p:cNvSpPr>
          <p:nvPr>
            <p:ph type="body" idx="1"/>
          </p:nvPr>
        </p:nvSpPr>
        <p:spPr>
          <a:xfrm>
            <a:off x="415600" y="1536633"/>
            <a:ext cx="11360700" cy="4555200"/>
          </a:xfrm>
          <a:prstGeom prst="rect">
            <a:avLst/>
          </a:prstGeom>
          <a:noFill/>
          <a:ln>
            <a:noFill/>
          </a:ln>
        </p:spPr>
        <p:txBody>
          <a:bodyPr spcFirstLastPara="1" wrap="square" lIns="91425" tIns="45700" rIns="91425" bIns="45700" anchor="t" anchorCtr="0">
            <a:noAutofit/>
          </a:bodyPr>
          <a:lstStyle/>
          <a:p>
            <a:pPr marL="0" lvl="0" indent="0">
              <a:buClr>
                <a:srgbClr val="000000"/>
              </a:buClr>
              <a:buSzPts val="3200"/>
              <a:buNone/>
            </a:pPr>
            <a:endParaRPr lang="en-US" sz="4000" dirty="0">
              <a:solidFill>
                <a:srgbClr val="000000"/>
              </a:solidFill>
            </a:endParaRPr>
          </a:p>
          <a:p>
            <a:pPr marL="0" lvl="0" indent="0">
              <a:buClr>
                <a:srgbClr val="000000"/>
              </a:buClr>
              <a:buSzPts val="3200"/>
              <a:buNone/>
            </a:pPr>
            <a:r>
              <a:rPr lang="en-US" sz="4000" dirty="0">
                <a:solidFill>
                  <a:srgbClr val="000000"/>
                </a:solidFill>
              </a:rPr>
              <a:t>In what ways did the model change the actions or decisions that public health officials are taking in terms of when, where, and how to act?</a:t>
            </a:r>
            <a:endParaRPr sz="4000" dirty="0">
              <a:solidFill>
                <a:srgbClr val="000000"/>
              </a:solidFill>
            </a:endParaRPr>
          </a:p>
        </p:txBody>
      </p:sp>
    </p:spTree>
    <p:extLst>
      <p:ext uri="{BB962C8B-B14F-4D97-AF65-F5344CB8AC3E}">
        <p14:creationId xmlns:p14="http://schemas.microsoft.com/office/powerpoint/2010/main" val="32553111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E1804F-1831-E540-A1DC-073BA8437BAB}"/>
              </a:ext>
            </a:extLst>
          </p:cNvPr>
          <p:cNvSpPr>
            <a:spLocks noGrp="1"/>
          </p:cNvSpPr>
          <p:nvPr>
            <p:ph type="title"/>
          </p:nvPr>
        </p:nvSpPr>
        <p:spPr/>
        <p:txBody>
          <a:bodyPr/>
          <a:lstStyle/>
          <a:p>
            <a:r>
              <a:rPr lang="en-US" dirty="0"/>
              <a:t>Case Study</a:t>
            </a:r>
          </a:p>
        </p:txBody>
      </p:sp>
      <p:sp>
        <p:nvSpPr>
          <p:cNvPr id="6" name="Google Shape;205;p17">
            <a:extLst>
              <a:ext uri="{FF2B5EF4-FFF2-40B4-BE49-F238E27FC236}">
                <a16:creationId xmlns:a16="http://schemas.microsoft.com/office/drawing/2014/main" id="{662D86EB-0258-0B4A-BD6B-21DB54554E75}"/>
              </a:ext>
            </a:extLst>
          </p:cNvPr>
          <p:cNvSpPr txBox="1">
            <a:spLocks noGrp="1"/>
          </p:cNvSpPr>
          <p:nvPr>
            <p:ph type="body" idx="1"/>
          </p:nvPr>
        </p:nvSpPr>
        <p:spPr>
          <a:xfrm>
            <a:off x="415600" y="1536633"/>
            <a:ext cx="11360700" cy="4555200"/>
          </a:xfrm>
          <a:prstGeom prst="rect">
            <a:avLst/>
          </a:prstGeom>
          <a:noFill/>
          <a:ln>
            <a:noFill/>
          </a:ln>
        </p:spPr>
        <p:txBody>
          <a:bodyPr spcFirstLastPara="1" wrap="square" lIns="91425" tIns="45700" rIns="91425" bIns="45700" anchor="t" anchorCtr="0">
            <a:noAutofit/>
          </a:bodyPr>
          <a:lstStyle/>
          <a:p>
            <a:pPr marL="0" lvl="0" indent="0">
              <a:buClr>
                <a:srgbClr val="000000"/>
              </a:buClr>
              <a:buSzPts val="3200"/>
              <a:buNone/>
            </a:pPr>
            <a:endParaRPr lang="en-US" sz="4000" dirty="0">
              <a:solidFill>
                <a:srgbClr val="000000"/>
              </a:solidFill>
            </a:endParaRPr>
          </a:p>
          <a:p>
            <a:pPr marL="0" lvl="0" indent="0">
              <a:buClr>
                <a:srgbClr val="000000"/>
              </a:buClr>
              <a:buSzPts val="3200"/>
              <a:buNone/>
            </a:pPr>
            <a:r>
              <a:rPr lang="en-US" sz="4000" dirty="0">
                <a:solidFill>
                  <a:srgbClr val="000000"/>
                </a:solidFill>
              </a:rPr>
              <a:t>What ethical or fairness considerations might be relevant here? How were these addressed in the paper?</a:t>
            </a:r>
            <a:endParaRPr sz="4000" dirty="0">
              <a:solidFill>
                <a:srgbClr val="000000"/>
              </a:solidFill>
            </a:endParaRPr>
          </a:p>
        </p:txBody>
      </p:sp>
    </p:spTree>
    <p:extLst>
      <p:ext uri="{BB962C8B-B14F-4D97-AF65-F5344CB8AC3E}">
        <p14:creationId xmlns:p14="http://schemas.microsoft.com/office/powerpoint/2010/main" val="24104330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23871C-7CA8-1448-8FFC-1AE6E1838941}"/>
              </a:ext>
            </a:extLst>
          </p:cNvPr>
          <p:cNvSpPr>
            <a:spLocks noGrp="1"/>
          </p:cNvSpPr>
          <p:nvPr>
            <p:ph type="title"/>
          </p:nvPr>
        </p:nvSpPr>
        <p:spPr/>
        <p:txBody>
          <a:bodyPr/>
          <a:lstStyle/>
          <a:p>
            <a:r>
              <a:rPr lang="en-US" dirty="0"/>
              <a:t>Things to remember</a:t>
            </a:r>
          </a:p>
        </p:txBody>
      </p:sp>
      <p:sp>
        <p:nvSpPr>
          <p:cNvPr id="4" name="Text Placeholder 3">
            <a:extLst>
              <a:ext uri="{FF2B5EF4-FFF2-40B4-BE49-F238E27FC236}">
                <a16:creationId xmlns:a16="http://schemas.microsoft.com/office/drawing/2014/main" id="{5E600BA7-FA45-884F-9820-9E5F2CB7AA48}"/>
              </a:ext>
            </a:extLst>
          </p:cNvPr>
          <p:cNvSpPr>
            <a:spLocks noGrp="1"/>
          </p:cNvSpPr>
          <p:nvPr>
            <p:ph type="body" idx="1"/>
          </p:nvPr>
        </p:nvSpPr>
        <p:spPr/>
        <p:txBody>
          <a:bodyPr lIns="118872"/>
          <a:lstStyle/>
          <a:p>
            <a:r>
              <a:rPr lang="en-US" dirty="0"/>
              <a:t>Friday lab session on remote workflows</a:t>
            </a:r>
          </a:p>
          <a:p>
            <a:endParaRPr lang="en-US" dirty="0"/>
          </a:p>
          <a:p>
            <a:pPr>
              <a:lnSpc>
                <a:spcPct val="100000"/>
              </a:lnSpc>
            </a:pPr>
            <a:r>
              <a:rPr lang="en-US" dirty="0"/>
              <a:t>Focus for this week is getting to know:</a:t>
            </a:r>
          </a:p>
          <a:p>
            <a:pPr lvl="1">
              <a:lnSpc>
                <a:spcPct val="100000"/>
              </a:lnSpc>
              <a:spcBef>
                <a:spcPts val="300"/>
              </a:spcBef>
            </a:pPr>
            <a:r>
              <a:rPr lang="en-US" dirty="0"/>
              <a:t>Your team</a:t>
            </a:r>
          </a:p>
          <a:p>
            <a:pPr lvl="1">
              <a:lnSpc>
                <a:spcPct val="100000"/>
              </a:lnSpc>
              <a:spcBef>
                <a:spcPts val="300"/>
              </a:spcBef>
            </a:pPr>
            <a:r>
              <a:rPr lang="en-US" dirty="0"/>
              <a:t>Your project</a:t>
            </a:r>
          </a:p>
          <a:p>
            <a:pPr lvl="1">
              <a:lnSpc>
                <a:spcPct val="100000"/>
              </a:lnSpc>
              <a:spcBef>
                <a:spcPts val="300"/>
              </a:spcBef>
            </a:pPr>
            <a:r>
              <a:rPr lang="en-US" dirty="0"/>
              <a:t>Your data</a:t>
            </a:r>
            <a:br>
              <a:rPr lang="en-US" dirty="0"/>
            </a:br>
            <a:endParaRPr lang="en-US" dirty="0"/>
          </a:p>
          <a:p>
            <a:r>
              <a:rPr lang="en-US" dirty="0"/>
              <a:t>Following week:</a:t>
            </a:r>
          </a:p>
          <a:p>
            <a:pPr lvl="1">
              <a:spcBef>
                <a:spcPts val="0"/>
              </a:spcBef>
            </a:pPr>
            <a:r>
              <a:rPr lang="en-US" sz="2200" dirty="0">
                <a:solidFill>
                  <a:srgbClr val="C00000"/>
                </a:solidFill>
              </a:rPr>
              <a:t>Project Proposal</a:t>
            </a:r>
            <a:r>
              <a:rPr lang="en-US" sz="2200" dirty="0"/>
              <a:t> </a:t>
            </a:r>
            <a:r>
              <a:rPr lang="en-US" sz="2200" dirty="0">
                <a:highlight>
                  <a:srgbClr val="FFFF00"/>
                </a:highlight>
              </a:rPr>
              <a:t>(Tuesday, Sep 15)</a:t>
            </a:r>
          </a:p>
          <a:p>
            <a:pPr marL="76200" indent="0">
              <a:buNone/>
            </a:pPr>
            <a:endParaRPr lang="en-US" dirty="0"/>
          </a:p>
        </p:txBody>
      </p:sp>
    </p:spTree>
    <p:extLst>
      <p:ext uri="{BB962C8B-B14F-4D97-AF65-F5344CB8AC3E}">
        <p14:creationId xmlns:p14="http://schemas.microsoft.com/office/powerpoint/2010/main" val="2922547611"/>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2778</TotalTime>
  <Words>604</Words>
  <Application>Microsoft Macintosh PowerPoint</Application>
  <PresentationFormat>Widescreen</PresentationFormat>
  <Paragraphs>94</Paragraphs>
  <Slides>16</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Simple Light</vt:lpstr>
      <vt:lpstr>PowerPoint Presentation</vt:lpstr>
      <vt:lpstr>Things to remember</vt:lpstr>
      <vt:lpstr>Project Info</vt:lpstr>
      <vt:lpstr> Working with Your Project Team</vt:lpstr>
      <vt:lpstr> Working with Your Project Team</vt:lpstr>
      <vt:lpstr> Working with Your Project Team</vt:lpstr>
      <vt:lpstr>DISCUSSION QUESTION</vt:lpstr>
      <vt:lpstr>PowerPoint Presentation</vt:lpstr>
      <vt:lpstr>Case Study</vt:lpstr>
      <vt:lpstr>Case Study</vt:lpstr>
      <vt:lpstr>Case Study</vt:lpstr>
      <vt:lpstr>Case Study</vt:lpstr>
      <vt:lpstr>Case Study</vt:lpstr>
      <vt:lpstr>Case Study</vt:lpstr>
      <vt:lpstr>Case Study</vt:lpstr>
      <vt:lpstr>Things to remember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Ghani Rayid</cp:lastModifiedBy>
  <cp:revision>42</cp:revision>
  <dcterms:created xsi:type="dcterms:W3CDTF">2020-01-14T19:43:43Z</dcterms:created>
  <dcterms:modified xsi:type="dcterms:W3CDTF">2026-08-31T15:27:25Z</dcterms:modified>
</cp:coreProperties>
</file>