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308" r:id="rId3"/>
    <p:sldId id="302" r:id="rId4"/>
    <p:sldId id="520" r:id="rId5"/>
    <p:sldId id="312" r:id="rId6"/>
    <p:sldId id="295" r:id="rId7"/>
    <p:sldId id="282" r:id="rId8"/>
    <p:sldId id="518" r:id="rId9"/>
    <p:sldId id="261" r:id="rId10"/>
    <p:sldId id="313" r:id="rId11"/>
    <p:sldId id="517" r:id="rId12"/>
    <p:sldId id="300" r:id="rId13"/>
    <p:sldId id="285" r:id="rId14"/>
    <p:sldId id="283" r:id="rId15"/>
    <p:sldId id="298" r:id="rId16"/>
    <p:sldId id="260" r:id="rId17"/>
    <p:sldId id="311" r:id="rId18"/>
    <p:sldId id="318" r:id="rId19"/>
    <p:sldId id="315" r:id="rId20"/>
    <p:sldId id="519" r:id="rId21"/>
  </p:sldIdLst>
  <p:sldSz cx="12192000" cy="6858000"/>
  <p:notesSz cx="6858000" cy="9144000"/>
  <p:custDataLst>
    <p:tags r:id="rId2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5F1"/>
    <a:srgbClr val="C6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41"/>
    <p:restoredTop sz="93151"/>
  </p:normalViewPr>
  <p:slideViewPr>
    <p:cSldViewPr snapToGrid="0" snapToObjects="1">
      <p:cViewPr varScale="1">
        <p:scale>
          <a:sx n="76" d="100"/>
          <a:sy n="76" d="100"/>
        </p:scale>
        <p:origin x="224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0CBC395-CF3C-A24F-8682-006CE1DBC2D7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4323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83825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tiff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Exploration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Please Sit with </a:t>
            </a:r>
          </a:p>
          <a:p>
            <a:pPr marL="76200" indent="0" algn="ctr">
              <a:buNone/>
            </a:pPr>
            <a:r>
              <a:rPr lang="en-US" sz="4800" dirty="0"/>
              <a:t>Your Project Teams</a:t>
            </a:r>
          </a:p>
        </p:txBody>
      </p:sp>
    </p:spTree>
    <p:extLst>
      <p:ext uri="{BB962C8B-B14F-4D97-AF65-F5344CB8AC3E}">
        <p14:creationId xmlns:p14="http://schemas.microsoft.com/office/powerpoint/2010/main" val="13466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(due </a:t>
            </a:r>
            <a:r>
              <a:rPr lang="en-US" b="1" dirty="0">
                <a:solidFill>
                  <a:srgbClr val="C00000"/>
                </a:solidFill>
              </a:rPr>
              <a:t>next Friday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6041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46694F-F076-D36D-CDFA-0A40FA5CC40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EF2B0-929F-7137-BB25-C07B098A42A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Have you already started exploring  your project data?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F230D-3751-D193-8268-EFE95CC0335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E5B34C2-05A8-ECB8-69C0-FB7F7B9DB954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859FDE97-A1FA-9DDA-BE0E-84EDB46A55C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B0E3C63-3EDD-10BF-DAEE-935332753BD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0250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Overview</a:t>
            </a:r>
          </a:p>
        </p:txBody>
      </p:sp>
    </p:spTree>
    <p:extLst>
      <p:ext uri="{BB962C8B-B14F-4D97-AF65-F5344CB8AC3E}">
        <p14:creationId xmlns:p14="http://schemas.microsoft.com/office/powerpoint/2010/main" val="133040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77498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000091"/>
          </a:xfrm>
        </p:spPr>
        <p:txBody>
          <a:bodyPr/>
          <a:lstStyle/>
          <a:p>
            <a:pPr marL="533400" indent="-457200">
              <a:buFont typeface="+mj-lt"/>
              <a:buAutoNum type="arabicPeriod"/>
            </a:pPr>
            <a:r>
              <a:rPr lang="en-US" dirty="0"/>
              <a:t>Sanity Check the data you were given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Understanding the problem and domain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Problem Formulation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Debugging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Feature Generation/Selection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Interpretation of results 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Simple task for data exploration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SQL query that takes a “id” (e.g., student, voter, facility, bill, person, entity, </a:t>
            </a:r>
            <a:r>
              <a:rPr lang="en-US" dirty="0" err="1"/>
              <a:t>etc</a:t>
            </a:r>
            <a:r>
              <a:rPr lang="en-US" dirty="0"/>
              <a:t>) and gives you everything you know about that entity/person.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 a date parameter to it to give you everything about that entity up to that date 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452813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Example:</a:t>
            </a:r>
          </a:p>
          <a:p>
            <a:pPr marL="76200" indent="0" algn="ctr">
              <a:buNone/>
            </a:pPr>
            <a:r>
              <a:rPr lang="en-US" sz="4800" dirty="0"/>
              <a:t>Improving On-Time </a:t>
            </a:r>
          </a:p>
          <a:p>
            <a:pPr marL="76200" indent="0" algn="ctr">
              <a:buNone/>
            </a:pPr>
            <a:r>
              <a:rPr lang="en-US" sz="4800" dirty="0"/>
              <a:t>High School Graduation Rates </a:t>
            </a:r>
          </a:p>
        </p:txBody>
      </p:sp>
    </p:spTree>
    <p:extLst>
      <p:ext uri="{BB962C8B-B14F-4D97-AF65-F5344CB8AC3E}">
        <p14:creationId xmlns:p14="http://schemas.microsoft.com/office/powerpoint/2010/main" val="4155436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F936589-61A9-0C4B-9FEF-A2E920B04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88398" y="592779"/>
            <a:ext cx="946040" cy="11922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D13AF9C-71A9-7646-8A1E-9388B3D2A6A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4507" y="609712"/>
            <a:ext cx="920121" cy="11663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65F15D6-D324-E446-986D-1F7A05D8D78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615" y="609712"/>
            <a:ext cx="920121" cy="11663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308793-23D6-A549-B646-8B19C324025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6157" y="609712"/>
            <a:ext cx="920121" cy="11663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FFBC01B-7BC5-FB4A-8569-49B7C6BF1BF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0051" y="609712"/>
            <a:ext cx="920121" cy="116635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326E031-B3A7-F643-B3BA-4BE751467D5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91134" y="2051169"/>
            <a:ext cx="940568" cy="119226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CB1D42E-43A5-614F-839B-852CBEDE19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4507" y="2071476"/>
            <a:ext cx="920121" cy="11596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CD7D7A-0EBA-0247-B117-6DD9577B65A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615" y="2068103"/>
            <a:ext cx="920121" cy="116635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9C5329D-1C7F-8742-BB1F-BC83C2C10A0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grayscl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6157" y="2071476"/>
            <a:ext cx="920121" cy="11596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DD7B52-3406-D94B-BDDF-81B01240D37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90051" y="2068103"/>
            <a:ext cx="920121" cy="116635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71CE0A-0734-D247-87C1-D4CB44F88DF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087" r="12987"/>
          <a:stretch/>
        </p:blipFill>
        <p:spPr>
          <a:xfrm>
            <a:off x="320615" y="3810702"/>
            <a:ext cx="7089557" cy="2376152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B1FC301-6DA1-D441-8441-E16D80D0E316}"/>
              </a:ext>
            </a:extLst>
          </p:cNvPr>
          <p:cNvSpPr/>
          <p:nvPr/>
        </p:nvSpPr>
        <p:spPr>
          <a:xfrm>
            <a:off x="7760043" y="194492"/>
            <a:ext cx="4102443" cy="6363729"/>
          </a:xfrm>
          <a:prstGeom prst="rect">
            <a:avLst/>
          </a:prstGeom>
          <a:solidFill>
            <a:srgbClr val="D9E5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6000" b="1" dirty="0">
              <a:solidFill>
                <a:srgbClr val="0070C0"/>
              </a:solidFill>
            </a:endParaRPr>
          </a:p>
          <a:p>
            <a:pPr algn="ctr"/>
            <a:r>
              <a:rPr lang="en-US" sz="6000" b="1" dirty="0">
                <a:solidFill>
                  <a:srgbClr val="0070C0"/>
                </a:solidFill>
              </a:rPr>
              <a:t>16</a:t>
            </a:r>
            <a:r>
              <a:rPr lang="en-US" sz="3200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en-US" sz="3200" b="1" dirty="0">
                <a:solidFill>
                  <a:srgbClr val="0070C0"/>
                </a:solidFill>
              </a:rPr>
              <a:t>School Districts in Rural Ohio</a:t>
            </a:r>
          </a:p>
          <a:p>
            <a:pPr algn="ctr"/>
            <a:endParaRPr lang="en-US" sz="3200" b="1" dirty="0">
              <a:solidFill>
                <a:srgbClr val="0070C0"/>
              </a:solidFill>
            </a:endParaRPr>
          </a:p>
          <a:p>
            <a:pPr algn="ctr"/>
            <a:r>
              <a:rPr lang="en-US" sz="6000" b="1" dirty="0">
                <a:solidFill>
                  <a:srgbClr val="0070C0"/>
                </a:solidFill>
              </a:rPr>
              <a:t>30,000</a:t>
            </a:r>
            <a:r>
              <a:rPr lang="en-US" sz="3200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en-US" sz="3200" b="1" dirty="0">
                <a:solidFill>
                  <a:srgbClr val="0070C0"/>
                </a:solidFill>
              </a:rPr>
              <a:t>Students</a:t>
            </a:r>
          </a:p>
          <a:p>
            <a:pPr algn="ctr"/>
            <a:endParaRPr lang="en-US" sz="3200" b="1" dirty="0">
              <a:solidFill>
                <a:srgbClr val="0070C0"/>
              </a:solidFill>
            </a:endParaRPr>
          </a:p>
          <a:p>
            <a:pPr algn="ctr"/>
            <a:r>
              <a:rPr lang="en-US" sz="6000" b="1" dirty="0">
                <a:solidFill>
                  <a:srgbClr val="0070C0"/>
                </a:solidFill>
              </a:rPr>
              <a:t>8-10%</a:t>
            </a:r>
            <a:r>
              <a:rPr lang="en-US" sz="3200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en-US" sz="3200" b="1" dirty="0">
                <a:solidFill>
                  <a:srgbClr val="0070C0"/>
                </a:solidFill>
              </a:rPr>
              <a:t>Don’t Graduate </a:t>
            </a:r>
          </a:p>
          <a:p>
            <a:pPr algn="ctr"/>
            <a:r>
              <a:rPr lang="en-US" sz="3200" b="1" dirty="0">
                <a:solidFill>
                  <a:srgbClr val="0070C0"/>
                </a:solidFill>
              </a:rPr>
              <a:t>On Time</a:t>
            </a:r>
          </a:p>
          <a:p>
            <a:pPr algn="ctr"/>
            <a:endParaRPr lang="en-US" sz="3200" b="1" dirty="0">
              <a:solidFill>
                <a:srgbClr val="0070C0"/>
              </a:solidFill>
            </a:endParaRPr>
          </a:p>
          <a:p>
            <a:pPr algn="ctr"/>
            <a:endParaRPr lang="en-US" sz="32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221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Some tips for exploring your project data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367351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data exploration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Distributions of different variables </a:t>
            </a:r>
          </a:p>
          <a:p>
            <a:r>
              <a:rPr lang="en-US" dirty="0"/>
              <a:t>Correlations between variables – correlation matrix and turn it into a heatmap </a:t>
            </a:r>
          </a:p>
          <a:p>
            <a:r>
              <a:rPr lang="en-US" dirty="0"/>
              <a:t>Changes and trends over time – how does the data and the entities in the data change over time?</a:t>
            </a:r>
          </a:p>
          <a:p>
            <a:r>
              <a:rPr lang="en-US" dirty="0"/>
              <a:t>Missing values – are there lots of missing values? Is there any pattern there? How/why are they missing? </a:t>
            </a:r>
          </a:p>
          <a:p>
            <a:r>
              <a:rPr lang="en-US" dirty="0"/>
              <a:t>Outliers – this can be done using clustering but also by plotting distributions.</a:t>
            </a:r>
          </a:p>
          <a:p>
            <a:r>
              <a:rPr lang="en-US" dirty="0"/>
              <a:t>Labels/Outcomes – distribution and patterns</a:t>
            </a:r>
          </a:p>
          <a:p>
            <a:r>
              <a:rPr lang="en-US" dirty="0"/>
              <a:t>Cross-tabs (if you’re looking at multiple classes/labels), describing how the positive and negative classes are different without doing any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F3CE1F-439A-864A-85F9-7ECA76CAD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18" y="80445"/>
            <a:ext cx="7685364" cy="669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page7image820992">
            <a:extLst>
              <a:ext uri="{FF2B5EF4-FFF2-40B4-BE49-F238E27FC236}">
                <a16:creationId xmlns:a16="http://schemas.microsoft.com/office/drawing/2014/main" id="{C81F5E0F-0DF3-8A42-BCBD-633CA220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549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Tools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(directly and through python – psycopg2)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Python (matplotlib, seaborn, </a:t>
            </a:r>
            <a:r>
              <a:rPr lang="en-US" dirty="0" err="1"/>
              <a:t>altair</a:t>
            </a:r>
            <a:r>
              <a:rPr lang="en-US" dirty="0"/>
              <a:t>,...)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Pandas (if you have to)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Tableau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Project Work:</a:t>
            </a:r>
          </a:p>
          <a:p>
            <a:pPr marL="76200" indent="0" algn="ctr">
              <a:buNone/>
            </a:pPr>
            <a:r>
              <a:rPr lang="en-US" sz="4800" dirty="0"/>
              <a:t>Team Coordination &amp; 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18282003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C44B-9CD1-E54C-BEDE-3018CFE1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want you to use this time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939D4-1B3B-C04C-AFE6-D7C738B5C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/>
              <a:t>Get to know each other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Discuss how you’re going to work together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Schedule times to work on the project proposal over the next week and a half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Spend some time starting to explore your project data</a:t>
            </a:r>
          </a:p>
        </p:txBody>
      </p:sp>
    </p:spTree>
    <p:extLst>
      <p:ext uri="{BB962C8B-B14F-4D97-AF65-F5344CB8AC3E}">
        <p14:creationId xmlns:p14="http://schemas.microsoft.com/office/powerpoint/2010/main" val="42489979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Reminders: What to look at in this time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2255534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</a:t>
            </a:r>
          </a:p>
        </p:txBody>
      </p:sp>
    </p:spTree>
    <p:extLst>
      <p:ext uri="{BB962C8B-B14F-4D97-AF65-F5344CB8AC3E}">
        <p14:creationId xmlns:p14="http://schemas.microsoft.com/office/powerpoint/2010/main" val="38455658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df2339-773e-4de5-8227-a2648ad57b2f"/>
  <p:tag name="SLIDO_EVENT_UUID" val="606d3060-a568-4588-a241-3a97192e31fe"/>
  <p:tag name="SLIDO_EVENT_SECTION_UUID" val="07e0abdb-b0f8-4b83-94f8-1a04124a2d9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8509f90d-b18b-412d-8129-edcb5aded232"/>
  <p:tag name="SLIDO_TIMELINE" val="W3sic2hvd1Jlc3VsdHMiOmZhbHNlLCJwb2xsUXVlc3Rpb25VdWlkIjoiNmY2ZWY4MzItNmI4OS00YjBiLWEyZjctZmMzZjAwMTEwMjllIn0seyJzaG93UmVzdWx0cyI6dHJ1ZSwicG9sbFF1ZXN0aW9uVXVpZCI6IjZmNmVmODMyLTZiODktNGIwYi1hMmY3LWZjM2YwMDExMDI5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5833</TotalTime>
  <Words>753</Words>
  <Application>Microsoft Macintosh PowerPoint</Application>
  <PresentationFormat>Widescreen</PresentationFormat>
  <Paragraphs>103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Simple Light</vt:lpstr>
      <vt:lpstr>PowerPoint Presentation</vt:lpstr>
      <vt:lpstr>PowerPoint Presentation</vt:lpstr>
      <vt:lpstr>Things to remember</vt:lpstr>
      <vt:lpstr>PowerPoint Presentation</vt:lpstr>
      <vt:lpstr>PowerPoint Presentation</vt:lpstr>
      <vt:lpstr>PowerPoint Presentation</vt:lpstr>
      <vt:lpstr>Why is data exploration important?</vt:lpstr>
      <vt:lpstr>Why is data exploration important?</vt:lpstr>
      <vt:lpstr> Simple task for data exploration</vt:lpstr>
      <vt:lpstr>PowerPoint Presentation</vt:lpstr>
      <vt:lpstr>PowerPoint Presentation</vt:lpstr>
      <vt:lpstr> Some tips for exploring your project data</vt:lpstr>
      <vt:lpstr>Typical data exploration tasks</vt:lpstr>
      <vt:lpstr>PowerPoint Presentation</vt:lpstr>
      <vt:lpstr>PowerPoint Presentation</vt:lpstr>
      <vt:lpstr> Tools</vt:lpstr>
      <vt:lpstr>PowerPoint Presentation</vt:lpstr>
      <vt:lpstr>What do we want you to use this time for?</vt:lpstr>
      <vt:lpstr>Reminders: What to look at in this time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50</cp:revision>
  <dcterms:created xsi:type="dcterms:W3CDTF">2020-01-14T19:43:43Z</dcterms:created>
  <dcterms:modified xsi:type="dcterms:W3CDTF">2025-09-09T02:34:54Z</dcterms:modified>
</cp:coreProperties>
</file>