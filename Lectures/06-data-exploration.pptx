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308" r:id="rId3"/>
    <p:sldId id="302" r:id="rId4"/>
    <p:sldId id="520" r:id="rId5"/>
    <p:sldId id="312" r:id="rId6"/>
    <p:sldId id="295" r:id="rId7"/>
    <p:sldId id="282" r:id="rId8"/>
    <p:sldId id="518" r:id="rId9"/>
    <p:sldId id="261" r:id="rId10"/>
    <p:sldId id="300" r:id="rId11"/>
    <p:sldId id="285" r:id="rId12"/>
    <p:sldId id="283" r:id="rId13"/>
    <p:sldId id="298" r:id="rId14"/>
    <p:sldId id="260" r:id="rId15"/>
    <p:sldId id="311" r:id="rId16"/>
    <p:sldId id="318" r:id="rId17"/>
    <p:sldId id="315" r:id="rId18"/>
    <p:sldId id="519" r:id="rId19"/>
  </p:sldIdLst>
  <p:sldSz cx="12192000" cy="6858000"/>
  <p:notesSz cx="6858000" cy="9144000"/>
  <p:custDataLst>
    <p:tags r:id="rId21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E5F1"/>
    <a:srgbClr val="C6D1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56"/>
    <p:restoredTop sz="93151"/>
  </p:normalViewPr>
  <p:slideViewPr>
    <p:cSldViewPr snapToGrid="0" snapToObjects="1">
      <p:cViewPr varScale="1">
        <p:scale>
          <a:sx n="66" d="100"/>
          <a:sy n="66" d="100"/>
        </p:scale>
        <p:origin x="200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#1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powerpoint-polling?utm_source=powerpoint&amp;utm_medium=placeholder-slide" TargetMode="External"/><Relationship Id="rId3" Type="http://schemas.openxmlformats.org/officeDocument/2006/relationships/tags" Target="../tags/tag4.xml"/><Relationship Id="rId7" Type="http://schemas.openxmlformats.org/officeDocument/2006/relationships/image" Target="../media/image2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slideLayout" Target="../slideLayouts/slideLayout10.xml"/><Relationship Id="rId11" Type="http://schemas.openxmlformats.org/officeDocument/2006/relationships/image" Target="../media/image4.svg"/><Relationship Id="rId5" Type="http://schemas.openxmlformats.org/officeDocument/2006/relationships/tags" Target="../tags/tag6.xml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tags" Target="../tags/tag5.xml"/><Relationship Id="rId9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800161"/>
            <a:ext cx="12192000" cy="10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Data Exploration</a:t>
            </a: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Please Sit with </a:t>
            </a:r>
          </a:p>
          <a:p>
            <a:pPr marL="76200" indent="0" algn="ctr">
              <a:buNone/>
            </a:pPr>
            <a:r>
              <a:rPr lang="en-US" sz="4800" dirty="0"/>
              <a:t>Your Project Teams</a:t>
            </a:r>
          </a:p>
        </p:txBody>
      </p:sp>
    </p:spTree>
    <p:extLst>
      <p:ext uri="{BB962C8B-B14F-4D97-AF65-F5344CB8AC3E}">
        <p14:creationId xmlns:p14="http://schemas.microsoft.com/office/powerpoint/2010/main" val="134665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Let us know if you can’t access your project data or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Project work time on Thursday</a:t>
            </a:r>
          </a:p>
          <a:p>
            <a:endParaRPr lang="en-US" b="1" dirty="0"/>
          </a:p>
          <a:p>
            <a:r>
              <a:rPr lang="en-US" dirty="0"/>
              <a:t>Friday session : </a:t>
            </a:r>
            <a:r>
              <a:rPr lang="en-US" dirty="0" err="1"/>
              <a:t>Github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Short Pre-session assignment on canvas</a:t>
            </a:r>
          </a:p>
          <a:p>
            <a:pPr marL="76200" indent="0">
              <a:lnSpc>
                <a:spcPct val="100000"/>
              </a:lnSpc>
              <a:spcBef>
                <a:spcPts val="500"/>
              </a:spcBef>
              <a:buNone/>
            </a:pPr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</a:t>
            </a:r>
            <a:r>
              <a:rPr lang="en-US" b="1" dirty="0"/>
              <a:t> </a:t>
            </a:r>
            <a:r>
              <a:rPr lang="en-US" dirty="0"/>
              <a:t>assignment on canvas (due </a:t>
            </a:r>
            <a:r>
              <a:rPr lang="en-US" b="1" dirty="0">
                <a:solidFill>
                  <a:srgbClr val="C00000"/>
                </a:solidFill>
              </a:rPr>
              <a:t>next week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26041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B4ED4-9588-EAFA-4B9A-97BB43552D9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6649F3-EC12-4C0B-793A-C37A116B884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FFFFFF"/>
                </a:solidFill>
              </a:rPr>
              <a:t>Have you already started exploring  your project data?
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9AC89B-C698-1A22-4AB9-66670446AA83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AF2C577-23C0-FEFA-9DD2-336DCF7064D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639E0905-8561-B619-6231-0C2B1A4CEE06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0A331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42A65F"/>
                </a:solidFill>
              </a:rPr>
              <a:t>Do not edit
</a:t>
            </a:r>
            <a:r>
              <a:rPr lang="en-US" sz="2200">
                <a:solidFill>
                  <a:srgbClr val="42A65F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42A65F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ED1AC3A-AAE0-C6C9-5DEE-3E87B5CF778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69071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Data Exploration Overview</a:t>
            </a:r>
          </a:p>
        </p:txBody>
      </p:sp>
    </p:spTree>
    <p:extLst>
      <p:ext uri="{BB962C8B-B14F-4D97-AF65-F5344CB8AC3E}">
        <p14:creationId xmlns:p14="http://schemas.microsoft.com/office/powerpoint/2010/main" val="1330406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7878827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6377498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data exploration important?</a:t>
            </a:r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data exploration important?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5000091"/>
          </a:xfrm>
        </p:spPr>
        <p:txBody>
          <a:bodyPr/>
          <a:lstStyle/>
          <a:p>
            <a:pPr marL="533400" indent="-457200">
              <a:buFont typeface="+mj-lt"/>
              <a:buAutoNum type="arabicPeriod"/>
            </a:pPr>
            <a:r>
              <a:rPr lang="en-US" dirty="0"/>
              <a:t>Sanity Check the data you were given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Understanding the problem and domain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Problem Formulation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Debugging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Feature Generation/Selection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Interpretation of results </a:t>
            </a: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209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Simple task for data exploration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a SQL query that takes a “id” (e.g., student, voter, facility, bill, person, entity, </a:t>
            </a:r>
            <a:r>
              <a:rPr lang="en-US" dirty="0" err="1"/>
              <a:t>etc</a:t>
            </a:r>
            <a:r>
              <a:rPr lang="en-US" dirty="0"/>
              <a:t>) and gives you everything you know about that entity/person.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Add a date parameter to it to give you everything about that entity up to that date 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46059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Some tips for exploring your project data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1458" y="1536633"/>
            <a:ext cx="11948984" cy="4876524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b="1" dirty="0"/>
              <a:t>Tables</a:t>
            </a:r>
            <a:r>
              <a:rPr lang="en-US" dirty="0"/>
              <a:t>: identify the database tables that are most relevant to your problem</a:t>
            </a:r>
          </a:p>
          <a:p>
            <a:pPr>
              <a:lnSpc>
                <a:spcPct val="120000"/>
              </a:lnSpc>
            </a:pPr>
            <a:r>
              <a:rPr lang="en-US" b="1" dirty="0"/>
              <a:t>Entities</a:t>
            </a:r>
            <a:r>
              <a:rPr lang="en-US" dirty="0"/>
              <a:t>: How can you identify the primary entities from your project? What are some basic/relevant characteristics about them? How have those changed over time?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Fields</a:t>
            </a:r>
            <a:r>
              <a:rPr lang="en-US" dirty="0"/>
              <a:t>: Most projects have a lot of different data fields, but don’t feel like your initial exploration needs to understand everything</a:t>
            </a:r>
          </a:p>
          <a:p>
            <a:pPr>
              <a:lnSpc>
                <a:spcPct val="120000"/>
              </a:lnSpc>
            </a:pPr>
            <a:r>
              <a:rPr lang="en-US" b="1" dirty="0"/>
              <a:t>Label</a:t>
            </a:r>
            <a:r>
              <a:rPr lang="en-US" dirty="0"/>
              <a:t>: Think about how you might define your label? What can you say about its distribution and how it’s changed over time?</a:t>
            </a:r>
          </a:p>
          <a:p>
            <a:pPr>
              <a:lnSpc>
                <a:spcPct val="120000"/>
              </a:lnSpc>
            </a:pPr>
            <a:r>
              <a:rPr lang="en-US" dirty="0">
                <a:effectLst/>
              </a:rPr>
              <a:t>Based on what you know of the context, what information would you expect to be important in modeling? Is this available? How well does it correlate with your label?</a:t>
            </a:r>
          </a:p>
        </p:txBody>
      </p:sp>
    </p:spTree>
    <p:extLst>
      <p:ext uri="{BB962C8B-B14F-4D97-AF65-F5344CB8AC3E}">
        <p14:creationId xmlns:p14="http://schemas.microsoft.com/office/powerpoint/2010/main" val="367351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0A25-02BD-674B-9661-DF031B0C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data exploration tasks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64FC-F480-BD4E-8C73-EA0095EB6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Distributions of different variables </a:t>
            </a:r>
          </a:p>
          <a:p>
            <a:r>
              <a:rPr lang="en-US" dirty="0"/>
              <a:t>Correlations between variables – correlation matrix and turn it into a heatmap </a:t>
            </a:r>
          </a:p>
          <a:p>
            <a:r>
              <a:rPr lang="en-US" dirty="0"/>
              <a:t>Changes and trends over time – how does the data and the entities in the data change over time?</a:t>
            </a:r>
          </a:p>
          <a:p>
            <a:r>
              <a:rPr lang="en-US" dirty="0"/>
              <a:t>Missing values – are there lots of missing values? Is there any pattern there? How/why are they missing? </a:t>
            </a:r>
          </a:p>
          <a:p>
            <a:r>
              <a:rPr lang="en-US" dirty="0"/>
              <a:t>Outliers – this can be done using clustering but also by plotting distributions.</a:t>
            </a:r>
          </a:p>
          <a:p>
            <a:r>
              <a:rPr lang="en-US" dirty="0"/>
              <a:t>Labels/Outcomes – distribution and patterns</a:t>
            </a:r>
          </a:p>
          <a:p>
            <a:r>
              <a:rPr lang="en-US" dirty="0"/>
              <a:t>Cross-tabs (if you’re looking at multiple classes/labels), describing how the positive and negative classes are different without doing any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4069897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DF3CE1F-439A-864A-85F9-7ECA76CADB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318" y="80445"/>
            <a:ext cx="7685364" cy="6697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687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" descr="page7image820992">
            <a:extLst>
              <a:ext uri="{FF2B5EF4-FFF2-40B4-BE49-F238E27FC236}">
                <a16:creationId xmlns:a16="http://schemas.microsoft.com/office/drawing/2014/main" id="{C81F5E0F-0DF3-8A42-BCBD-633CA220A6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549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Tools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SQL (directly and through python – psycopg2)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Python (matplotlib, seaborn, </a:t>
            </a:r>
            <a:r>
              <a:rPr lang="en-US" dirty="0" err="1"/>
              <a:t>altair</a:t>
            </a:r>
            <a:r>
              <a:rPr lang="en-US" dirty="0"/>
              <a:t>,...)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Pandas (if you have to)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Tableau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16135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Project Work:</a:t>
            </a:r>
          </a:p>
          <a:p>
            <a:pPr marL="76200" indent="0" algn="ctr">
              <a:buNone/>
            </a:pPr>
            <a:r>
              <a:rPr lang="en-US" sz="4800" dirty="0"/>
              <a:t>Team Coordination &amp; Data Exploration</a:t>
            </a:r>
          </a:p>
        </p:txBody>
      </p:sp>
    </p:spTree>
    <p:extLst>
      <p:ext uri="{BB962C8B-B14F-4D97-AF65-F5344CB8AC3E}">
        <p14:creationId xmlns:p14="http://schemas.microsoft.com/office/powerpoint/2010/main" val="1828200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3C44B-9CD1-E54C-BEDE-3018CFE1A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want you to use this time for?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939D4-1B3B-C04C-AFE6-D7C738B5CC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800" dirty="0"/>
              <a:t>Get to know each other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Discuss how you’re going to work together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Schedule times to work on the project proposal over the next week 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Spend some time starting to explore your project data</a:t>
            </a:r>
          </a:p>
        </p:txBody>
      </p:sp>
    </p:spTree>
    <p:extLst>
      <p:ext uri="{BB962C8B-B14F-4D97-AF65-F5344CB8AC3E}">
        <p14:creationId xmlns:p14="http://schemas.microsoft.com/office/powerpoint/2010/main" val="4248997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Reminders: What to look at in this time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1458" y="1536633"/>
            <a:ext cx="11948984" cy="4876524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b="1" dirty="0"/>
              <a:t>Tables</a:t>
            </a:r>
            <a:r>
              <a:rPr lang="en-US" dirty="0"/>
              <a:t>: identify the database tables that are most relevant to your problem</a:t>
            </a:r>
          </a:p>
          <a:p>
            <a:pPr>
              <a:lnSpc>
                <a:spcPct val="120000"/>
              </a:lnSpc>
            </a:pPr>
            <a:r>
              <a:rPr lang="en-US" b="1" dirty="0"/>
              <a:t>Entities</a:t>
            </a:r>
            <a:r>
              <a:rPr lang="en-US" dirty="0"/>
              <a:t>: How can you identify the primary entities from your project? What are some basic/relevant characteristics about them? How have those changed over time?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Fields</a:t>
            </a:r>
            <a:r>
              <a:rPr lang="en-US" dirty="0"/>
              <a:t>: Most projects have a lot of different data fields, but don’t feel like your initial exploration needs to understand everything</a:t>
            </a:r>
          </a:p>
          <a:p>
            <a:pPr>
              <a:lnSpc>
                <a:spcPct val="120000"/>
              </a:lnSpc>
            </a:pPr>
            <a:r>
              <a:rPr lang="en-US" b="1" dirty="0"/>
              <a:t>Label</a:t>
            </a:r>
            <a:r>
              <a:rPr lang="en-US" dirty="0"/>
              <a:t>: Think about how you might define your label? What can you say about its distribution and how it’s changed over time?</a:t>
            </a:r>
          </a:p>
          <a:p>
            <a:pPr>
              <a:lnSpc>
                <a:spcPct val="120000"/>
              </a:lnSpc>
            </a:pPr>
            <a:r>
              <a:rPr lang="en-US" dirty="0">
                <a:effectLst/>
              </a:rPr>
              <a:t>Based on what you know of the context, what information would you expect to be important in modeling? Is this available? How well does it correlate with your label?</a:t>
            </a:r>
          </a:p>
        </p:txBody>
      </p:sp>
    </p:spTree>
    <p:extLst>
      <p:ext uri="{BB962C8B-B14F-4D97-AF65-F5344CB8AC3E}">
        <p14:creationId xmlns:p14="http://schemas.microsoft.com/office/powerpoint/2010/main" val="2255534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Let us know if you can’t access your project data or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Wednesday session tomorrow: </a:t>
            </a:r>
            <a:r>
              <a:rPr lang="en-US" dirty="0" err="1">
                <a:highlight>
                  <a:srgbClr val="FFFF00"/>
                </a:highlight>
              </a:rPr>
              <a:t>Github</a:t>
            </a:r>
            <a:r>
              <a:rPr lang="en-US" dirty="0">
                <a:highlight>
                  <a:srgbClr val="FFFF00"/>
                </a:highlight>
              </a:rPr>
              <a:t>  (short assignment before the session)</a:t>
            </a:r>
          </a:p>
          <a:p>
            <a:pPr marL="76200" indent="0">
              <a:lnSpc>
                <a:spcPct val="100000"/>
              </a:lnSpc>
              <a:spcBef>
                <a:spcPts val="500"/>
              </a:spcBef>
              <a:buNone/>
            </a:pPr>
            <a:endParaRPr lang="en-US" dirty="0">
              <a:highlight>
                <a:srgbClr val="FFFF00"/>
              </a:highlight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Readings for next week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</a:t>
            </a:r>
            <a:r>
              <a:rPr lang="en-US" b="1" dirty="0"/>
              <a:t> </a:t>
            </a:r>
            <a:r>
              <a:rPr lang="en-US" dirty="0"/>
              <a:t>assignment on canvas </a:t>
            </a:r>
          </a:p>
        </p:txBody>
      </p:sp>
    </p:spTree>
    <p:extLst>
      <p:ext uri="{BB962C8B-B14F-4D97-AF65-F5344CB8AC3E}">
        <p14:creationId xmlns:p14="http://schemas.microsoft.com/office/powerpoint/2010/main" val="38455658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46df2339-773e-4de5-8227-a2648ad57b2f"/>
  <p:tag name="SLIDO_EVENT_UUID" val="4ee70ca1-e1e6-4271-9fce-4efcf7d701cb"/>
  <p:tag name="SLIDO_EVENT_SECTION_UUID" val="4e6b9f65-e842-4d53-9e0b-c4f65d72115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0df1303e-91cb-4a2f-bc17-f939c0e53d3e"/>
  <p:tag name="SLIDO_TIMELINE" val="W3sicG9sbFF1ZXN0aW9uVXVpZCI6ImFlYTM0N2VhLWExZDItNDI2Yy04NWMwLTc1ODAzYzBjNzQyYiIsInNob3dSZXN1bHRzIjp0cnVlfV0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corner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6351</TotalTime>
  <Words>737</Words>
  <Application>Microsoft Macintosh PowerPoint</Application>
  <PresentationFormat>Widescreen</PresentationFormat>
  <Paragraphs>90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PowerPoint Presentation</vt:lpstr>
      <vt:lpstr>PowerPoint Presentation</vt:lpstr>
      <vt:lpstr>Things to remember</vt:lpstr>
      <vt:lpstr>PowerPoint Presentation</vt:lpstr>
      <vt:lpstr>PowerPoint Presentation</vt:lpstr>
      <vt:lpstr>PowerPoint Presentation</vt:lpstr>
      <vt:lpstr>Why is data exploration important?</vt:lpstr>
      <vt:lpstr>Why is data exploration important?</vt:lpstr>
      <vt:lpstr> Simple task for data exploration</vt:lpstr>
      <vt:lpstr> Some tips for exploring your project data</vt:lpstr>
      <vt:lpstr>Typical data exploration tasks</vt:lpstr>
      <vt:lpstr>PowerPoint Presentation</vt:lpstr>
      <vt:lpstr>PowerPoint Presentation</vt:lpstr>
      <vt:lpstr> Tools</vt:lpstr>
      <vt:lpstr>PowerPoint Presentation</vt:lpstr>
      <vt:lpstr>What do we want you to use this time for?</vt:lpstr>
      <vt:lpstr>Reminders: What to look at in this time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Ghani Rayid</cp:lastModifiedBy>
  <cp:revision>53</cp:revision>
  <dcterms:created xsi:type="dcterms:W3CDTF">2020-01-14T19:43:43Z</dcterms:created>
  <dcterms:modified xsi:type="dcterms:W3CDTF">2026-09-08T03:55:43Z</dcterms:modified>
</cp:coreProperties>
</file>